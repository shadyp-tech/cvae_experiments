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88d35268f48e0" /><Relationship Type="http://schemas.openxmlformats.org/officeDocument/2006/relationships/extended-properties" Target="/docProps/app.xml" Id="Raec4b3e3485443fd" /><Relationship Type="http://schemas.openxmlformats.org/officeDocument/2006/relationships/officeDocument" Target="/ppt/presentation.xml" Id="R0a4746edcef34e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9dc8d663864518"/>
  </p:sldMasterIdLst>
  <p:notesMasterIdLst>
    <p:notesMasterId xmlns:r="http://schemas.openxmlformats.org/officeDocument/2006/relationships" r:id="R44e156f7757542c8"/>
  </p:notesMasterIdLst>
  <p:sldIdLst>
    <p:sldId xmlns:r="http://schemas.openxmlformats.org/officeDocument/2006/relationships" id="256" r:id="Rd0674864f95a4e03"/>
  </p:sldIdLst>
  <p:sldSz cx="97536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dc8d663864518" /><Relationship Type="http://schemas.openxmlformats.org/officeDocument/2006/relationships/theme" Target="/ppt/theme/theme1.xml" Id="R00d3c33d9e854502" /><Relationship Type="http://schemas.openxmlformats.org/officeDocument/2006/relationships/notesMaster" Target="/ppt/notesMasters/notesMaster1.xml" Id="R44e156f7757542c8" /><Relationship Type="http://schemas.openxmlformats.org/officeDocument/2006/relationships/presProps" Target="/ppt/presProps.xml" Id="R71601c544f39485f" /><Relationship Type="http://schemas.openxmlformats.org/officeDocument/2006/relationships/viewProps" Target="/ppt/viewProps.xml" Id="R53e4c31389c74896" /><Relationship Type="http://schemas.openxmlformats.org/officeDocument/2006/relationships/tableStyles" Target="/ppt/tableStyles.xml" Id="Rd0c73e58039a4b15" /><Relationship Type="http://schemas.openxmlformats.org/officeDocument/2006/relationships/slide" Target="/ppt/slides/slide1.xml" Id="Rd0674864f95a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71c271d585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e2f8a1b8884090" /><Relationship Type="http://schemas.openxmlformats.org/officeDocument/2006/relationships/notesMaster" Target="/ppt/notesMasters/notesMaster1.xml" Id="R39ed674bb04a41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858ebdb7e45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3b2213e9644b22" /><Relationship Type="http://schemas.openxmlformats.org/officeDocument/2006/relationships/slideLayout" Target="/ppt/slideLayouts/slideLayout2.xml" Id="R7b991aedc4fc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991aedc4fc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aea2a3bc54740" /><Relationship Type="http://schemas.openxmlformats.org/officeDocument/2006/relationships/notesSlide" Target="/ppt/notesSlides/notesSlide1.xml" Id="Rf6586662c0fb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696AB-A81C-4212-855C-6403EC1A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Paired dense-all4 reliability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ADCC1-225D-4064-865E-2C25C3A4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clean PASS is not a sparse route: all non-target CVAEs contribute, reliability only sets soft influence.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9F0C2-E382-4944-AD65-ADB8D062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2286000" cy="30670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BE311-3F81-4DBF-AEFB-5C5C16A9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Source-only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71D6-2D83-4C1D-8C4A-FB00596D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center excluded from every estimate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BB1CA-1918-43E8-8249-CF992F26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43050"/>
            <a:ext cx="33337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62A9D-2550-4756-ACFD-34710601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66875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Paired dense-all4 synthesis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DBE5E-4EA9-4FAF-B892-33AB1D18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76425"/>
            <a:ext cx="3067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four-source set; no expert is dropped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93459-B8A1-47C0-88B0-0244830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2647950" cy="30670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49032-873C-44D6-934D-6CFF7169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668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Prediction pool +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9E3FD-AFC5-40E6-A750-DAE7B05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7642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combine probabilities, then score held-out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2BF0B-2A51-4841-9A36-03D4DE68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0861"/>
            <a:ext cx="2381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CF312-94DE-422E-AD71-3812579A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62275" y="30432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8F723-2520-40FE-89BE-8CD446E4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0861"/>
            <a:ext cx="2381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40C8C-175C-4E40-93E7-45992FB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00825" y="30432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F2082-21A5-4BDA-8D78-10075D44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6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experts + 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A7897-919A-4BB5-8E93-22A61DC9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1412F-7D74-4CA7-96A9-EFE49849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D1715-EB02-4BA3-BB5D-01CA99D9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3CF7A-13D0-4C72-9260-232F868F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018C6-7779-4297-B5E0-ADAC3CBE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819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CVAE e4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0BAB6-6430-450C-9AAB-87BA2DD1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5747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E36A4-1C35-4D78-B884-070C534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6700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88E1C-EB08-48A7-93EF-C572611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67000"/>
            <a:ext cx="5356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0003C-DB24-4A96-89AB-EFE33663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194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21861-0690-40B7-B474-6A61877D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2895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E3C31-C50E-4D63-8154-5F24DF9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28950"/>
            <a:ext cx="20269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03145-0B3D-42DC-BF23-3EF1ECB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8137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42550-F86C-49D6-930C-C0707960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91E79-C916-4291-9EA4-B4597819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6515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2DC3F-B297-4C73-B0FF-75F70650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433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864C1E-298E-4657-ACC4-E5E1477D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52850"/>
            <a:ext cx="72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A8A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2634E-DAAD-4DDA-A7C5-FC5DCE4A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52850"/>
            <a:ext cx="43434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B4667-A1CE-4827-9CEC-81B514B1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w_i = normalized reliability</a:t>
            </a:r>
          </a:p>
          <a:p xmlns:a="http://schemas.openxmlformats.org/drawingml/2006/main">
            <a:pPr algn="ctr">
              <a:defRPr sz="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from heldout-excluded source 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013AC0-74B7-43DF-9B54-81192E2F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weight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78E7C-2C85-4312-AE65-0E9DCDEF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generated 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76EBEE-E342-4A5D-B34A-B9E626EC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05AFE3-6059-4CA1-AF08-B15AF0EE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E27F05-01E1-4A6E-A8F3-BE07518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98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e1   |   w1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30EFA5-C93D-4132-80AD-EC1C2074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189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18F587-4BE7-426A-90F5-E402C40A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26812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2B1F04-22CA-4CC4-8F13-3C7E97C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097339-01C7-4FE8-BC31-5A6829F7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189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1E5F3F-A205-4F70-A3AB-B336AAB7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26812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0A71A-2967-4EB8-ABE1-2C6B473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h_1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979F30-1EDA-4AD4-BBB5-C71D713D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e2   |   w2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F132E0-FA80-45B2-8691-6DF3F2BB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189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75048F-EAE3-42F5-BCDF-0BDEDAF2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30813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F6C52D-B306-4B29-97DC-C1ECE028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6C7CEC-6A54-4609-9BA0-98C282D8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189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F68B1C-E277-4134-9184-2BE0356C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30813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294DC5-AE0A-40A1-99E6-77A0EE4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99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h_2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50E5D3-9D2E-41E5-AE4A-44986295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e3   |   w3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41093B-615F-44C6-A324-82867F2F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190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0102B9-E9DF-4D8C-A3D1-7BA158D0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34813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1B5DC8-9A0A-4A87-98E1-4A2C445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7311A9-0187-4392-8B7F-B0F97B76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1901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EECCD1-989B-42F8-B0D8-C8E080A2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34813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F5D0B3-13D9-4879-9A9D-47CF509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099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h_3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793FED-D94D-48F9-B33D-0DBE429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e4   |   w4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348023-9D44-44AF-8ACA-23E9B597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190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D83623-DA04-421D-A155-4896785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38814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96E53D-76AC-431D-B5FE-C28F3FB0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80529B-A033-4975-B81A-AEF6F8F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19061"/>
            <a:ext cx="22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D29719-2086-4C11-8AA4-2E64028D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38814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2E95AF-E000-48C9-A723-DDE1ADA5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100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h_4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F1543C-D3D9-44EC-ABE9-FB1CD8A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pairing invariant</a:t>
            </a:r>
          </a:p>
          <a:p xmlns:a="http://schemas.openxmlformats.org/drawingml/2006/main">
            <a:pPr algn="ctr">
              <a:defRPr sz="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generated/prediction cells across methods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D49CBC-5363-4F66-A4F6-6221FA1D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2076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weighted geometric pool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sum_i w_i log p_i(c)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DBA619-E4D3-4203-AD42-ABAE090A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236" y="2800350"/>
            <a:ext cx="10478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DE756C-3C67-4CE0-B0B3-BEAD40F3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48613" y="29622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281200-C064-4D55-B7F8-1F8BD817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670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144">
            <a:solidFill>
              <a:srgbClr val="8A8A8A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prediction</a:t>
            </a:r>
          </a:p>
          <a:p xmlns:a="http://schemas.openxmlformats.org/drawingml/2006/main">
            <a:pPr algn="ct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probability-level ensemble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6C6267-743C-4672-9D0C-7B7DC957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B50E83-C62D-4A5D-9BAB-D5DC05CD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thesis-facing evidence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53F6EE8-1878-4DA2-A67F-2004B9E4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0.8506 BACC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+0.0271 vs equal all4</a:t>
            </a:r>
          </a:p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420/420 pairing PASS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8ED8CE0-67B9-41A8-87EE-D8215C32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Held-out target E_T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labels hidden during method construction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32797E-DFD6-43E0-A54B-9B660F9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  <p:txBody>
          <a:bodyPr xmlns:a="http://schemas.openxmlformats.org/drawingml/2006/main" lIns="47625" tIns="38100" rIns="47625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Scoring boundary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labels enter only here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E3F575D-C910-4E76-97ED-F2ACC1E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81136"/>
            <a:ext cx="43529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CF4B79-D7B4-4780-9D52-8DF608B3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96125" y="52435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CC1964-46C2-4E0A-94C5-BDB6D23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061" y="4610100"/>
            <a:ext cx="1047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706114-8B7D-4F95-82D9-11233E3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613" y="46101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50F6FD6-262C-49E5-9102-2E5BCF79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054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method is fixed before target scoring: reliability weights, generated heads, and pool are all source-only.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FBE8FE-7E87-44A3-83BB-128975B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293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Claim boundary: this confirms dense generated-embedding aggregation, not sparse target routing.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B69057-B218-4786-A042-CD7B7B54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Stephanus Park, 15.05.26 - Pitch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7AD603-BDBA-434D-A6C9-A440811F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7627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5083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2026-05-31T13:26:02.1710000Z</dcterms:created>
  <dcterms:modified xsi:type="dcterms:W3CDTF">2026-05-31T13:26:02.1710000Z</dcterms:modified>
</coreProperties>
</file>