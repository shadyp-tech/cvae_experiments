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38293329c146d8" /><Relationship Type="http://schemas.openxmlformats.org/officeDocument/2006/relationships/extended-properties" Target="/docProps/app.xml" Id="Rf6ed3268bfc34f8f" /><Relationship Type="http://schemas.openxmlformats.org/officeDocument/2006/relationships/officeDocument" Target="/ppt/presentation.xml" Id="Rfe5f8fc8dd5c4c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c624cd98464755"/>
  </p:sldMasterIdLst>
  <p:notesMasterIdLst>
    <p:notesMasterId xmlns:r="http://schemas.openxmlformats.org/officeDocument/2006/relationships" r:id="R0ca712e41169433e"/>
  </p:notesMasterIdLst>
  <p:sldIdLst>
    <p:sldId xmlns:r="http://schemas.openxmlformats.org/officeDocument/2006/relationships" id="256" r:id="R87e9b9424fe24b47"/>
  </p:sldIdLst>
  <p:sldSz cx="9753600" cy="73152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624cd98464755" /><Relationship Type="http://schemas.openxmlformats.org/officeDocument/2006/relationships/theme" Target="/ppt/theme/theme1.xml" Id="Racfea1a37a0c4319" /><Relationship Type="http://schemas.openxmlformats.org/officeDocument/2006/relationships/notesMaster" Target="/ppt/notesMasters/notesMaster1.xml" Id="R0ca712e41169433e" /><Relationship Type="http://schemas.openxmlformats.org/officeDocument/2006/relationships/presProps" Target="/ppt/presProps.xml" Id="R3b4906cd1c944a41" /><Relationship Type="http://schemas.openxmlformats.org/officeDocument/2006/relationships/viewProps" Target="/ppt/viewProps.xml" Id="R4a34a8ec04894409" /><Relationship Type="http://schemas.openxmlformats.org/officeDocument/2006/relationships/tableStyles" Target="/ppt/tableStyles.xml" Id="Rcf5c184d16044c8d" /><Relationship Type="http://schemas.openxmlformats.org/officeDocument/2006/relationships/slide" Target="/ppt/slides/slide1.xml" Id="R87e9b9424fe24b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883e4fbe0ae49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91637c5e10422f" /><Relationship Type="http://schemas.openxmlformats.org/officeDocument/2006/relationships/notesMaster" Target="/ppt/notesMasters/notesMaster1.xml" Id="R8d7cd92d345340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a8a96f1634fc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903861c3bb146c1" /><Relationship Type="http://schemas.openxmlformats.org/officeDocument/2006/relationships/slideLayout" Target="/ppt/slideLayouts/slideLayout2.xml" Id="R548a414a6269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8a414a6269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95bd6591d344fd" /><Relationship Type="http://schemas.openxmlformats.org/officeDocument/2006/relationships/notesSlide" Target="/ppt/notesSlides/notesSlide1.xml" Id="R80c6ae2f5a3a4f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9840A8-1313-4397-AC8C-171A2C07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895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Generated-embedding downstream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3537B-51C5-4D8A-9095-BE43BECE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After routing is frozen, the question becomes whether generated samples train a useful target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8582D-E1FA-4114-8B7C-51F2B1FF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1524000" cy="2190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A8207-1563-4CA7-892E-E786F28A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Evaluation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0FAF8-84DE-4917-9C0C-03903802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90800"/>
            <a:ext cx="1314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route already fixed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B8F3E-0276-40CB-A71B-4E2A402F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A8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23AFE-EC08-40FB-A084-3D7A1B24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71800"/>
            <a:ext cx="104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selected expert set</a:t>
            </a:r>
          </a:p>
          <a:p xmlns:a="http://schemas.openxmlformats.org/drawingml/2006/main">
            <a:pPr algn="ctr">
              <a:defRPr sz="70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top1 / top2 / top3 / all4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41DA2-8333-4180-94C6-9FC80A29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6191">
            <a:solidFill>
              <a:srgbClr val="8A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C48F7-3EDB-4C12-BBBC-C58F6A58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9500"/>
            <a:ext cx="104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9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fixed before training</a:t>
            </a:r>
          </a:p>
          <a:p xmlns:a="http://schemas.openxmlformats.org/drawingml/2006/main">
            <a:pPr algn="ctr">
              <a:defRPr sz="69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no target-label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E6CF5-A123-4D09-AB6A-3A41BA11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118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8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t>Routing is only the upstream selection; downstream utility is measured separately.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36620-894F-47B2-BFBA-7D344EDE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66950"/>
            <a:ext cx="1524000" cy="2190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0BDC9-15F8-4237-9D37-B92BBFF3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03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Synthetic train 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A9662-2D98-4C81-BC5D-15910915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90800"/>
            <a:ext cx="1314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generated embeddings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B2FB8-364D-4B53-BBBE-EDD9C852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1104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class-balanced generation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B32F6-2C69-447E-879E-BA3010CC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t>class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F51A4-EF99-4FD3-8366-4F331FF7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7D204-4892-49E1-B074-B8B584B5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62300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A6F0C-1974-4FD6-9BB6-007B71E8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FF669-D892-4103-9B29-4CA89888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E5919-4DB1-4DC7-A660-55BA36E7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62300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F87515-2223-4A1D-BBF0-91EEF5FF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62300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B93A5-D706-4C6A-93A4-54A2C3EF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62300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B6A67A-E5C4-46DC-B6ED-C1D12057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0450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t>class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AE3E1-AA73-4290-B538-8C4832BB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19500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C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D97F33-C5F1-4EFB-93D2-3946DF3E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19500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C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57F6C2-CC9D-4A22-9C88-5310B79D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C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3EA633-833C-4B85-8575-34973544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19500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C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09FF86-432F-4045-80EC-686E5EA9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19500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C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88DAD0-727F-4B3C-B304-866D5FCF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0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C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ECE3A9-0F48-43FF-A134-8928C972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9500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C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1BE2A6-30C3-4A77-BE3A-DEF5FDFC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29050"/>
            <a:ext cx="1047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6191">
            <a:solidFill>
              <a:srgbClr val="8A8A8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B360D4-03C3-4DF6-A603-649D9FED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128 / class total</a:t>
            </a:r>
          </a:p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budget split for top-k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E8890B-56CD-432F-BBA1-5D2200A6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66950"/>
            <a:ext cx="1524000" cy="2190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8F080A-4E94-4F14-BD3A-64DF4EC8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03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Locked classifier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845FFC-59F4-4EA5-9BE0-2486215B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590800"/>
            <a:ext cx="1314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trained on synthetic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CC6370-8D7A-4B89-B22A-7B4D4874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A8A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F5E152-4EC9-4645-9A41-596BB89A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71800"/>
            <a:ext cx="89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9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StandardScaler</a:t>
            </a:r>
          </a:p>
          <a:p xmlns:a="http://schemas.openxmlformats.org/drawingml/2006/main">
            <a:pPr algn="ctr">
              <a:defRPr sz="69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fit on generated 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5908E6-8E64-4817-9EFA-20C2E999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176" y="3314700"/>
            <a:ext cx="904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BC4EC0-D692-4E9D-9C45-976B4211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795838" y="34575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1B5EEF-BD1E-4026-AA69-5EC0AE03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81400"/>
            <a:ext cx="1066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6191">
            <a:solidFill>
              <a:srgbClr val="8A8A8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FC7384-EA60-4E82-87D0-DDCAC702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619500"/>
            <a:ext cx="97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Logistic regression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sklearn, fixed protocol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5B7A67-16A2-49DB-B5D8-5A94E2DA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91000"/>
            <a:ext cx="118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8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t>generation seed and classifier seed vary inside each evaluation cell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5534AD-BB64-4685-A1BC-A580361E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66950"/>
            <a:ext cx="1524000" cy="2190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77777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CFB95F-D96A-4333-92C2-CDB0932E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003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Target inference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63C3E5-3F16-4A35-8D3D-8C444B09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90800"/>
            <a:ext cx="1314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real held-out E_T embeddings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933B98-E275-438E-B715-E40DF258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933700"/>
            <a:ext cx="1047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A8A8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9C6147-D1FD-4AD6-B062-F9001861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9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transform E_T</a:t>
            </a:r>
          </a:p>
          <a:p xmlns:a="http://schemas.openxmlformats.org/drawingml/2006/main">
            <a:pPr algn="ctr">
              <a:defRPr sz="69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expert PCA frame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F7F16C-C011-43F6-AEEB-E2005AC0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926" y="3333750"/>
            <a:ext cx="904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671C12-4500-4829-A603-0DE9AFC0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605588" y="34766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D31933-BB96-460A-8543-F9D673C6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600450"/>
            <a:ext cx="1047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6191">
            <a:solidFill>
              <a:srgbClr val="8A8A8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9E0916-5457-4CC7-B4F7-C5E81083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95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predict p(y | x)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labels still hidden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D27FD2-2ECC-46FE-8131-48385776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910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8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t>top-k methods pool probabilities geometrically before scoring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5284D7-19A9-4A43-87B9-F98E1BA1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66950"/>
            <a:ext cx="1524000" cy="2190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1111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C98374-1530-4330-A921-5DDE27E6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003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Score utility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CDFBD9-3F87-4C1D-998F-C72D1886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90800"/>
            <a:ext cx="1314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target labels enter here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865A92-8E99-497E-9C97-DDBC92C7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1066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A8A8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058989-90D3-470A-9039-12D84B8B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71800"/>
            <a:ext cx="971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BACC</a:t>
            </a:r>
          </a:p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(recall_0 + recall_1) / 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E55ABC-0DFA-4A77-AA64-0BA545A4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1066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6191">
            <a:solidFill>
              <a:srgbClr val="8A8A8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1CD0F7-7C68-4DC9-8D0E-538E436C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562350"/>
            <a:ext cx="97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macro-F1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secondary diagnostic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81A1BF-A10E-4624-8B6F-56244D2D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90975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193E8C-88E6-44A8-8BD6-F9BC56A4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057650"/>
            <a:ext cx="1047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t>aggregate by method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A13DDA5-C119-429B-8D7E-20B10BAF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1005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378 OK cells</a:t>
            </a:r>
          </a:p>
          <a:p xmlns:a="http://schemas.openxmlformats.org/drawingml/2006/main">
            <a:pPr algn="ctr">
              <a:defRPr sz="6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27 filtered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09FC33-8325-421B-A71E-18DE083A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57563"/>
            <a:ext cx="5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430740F-7D9B-47EA-A731-4FF952D5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24075" y="33194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93FE7F-F770-40A2-829B-3E7EC249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57563"/>
            <a:ext cx="5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36605B-C66C-4EF0-B4B9-25BEDE10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933825" y="33194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11FF934-69E0-451D-9455-0002EFEE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57563"/>
            <a:ext cx="5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C220E9A-3037-4B18-874C-D417CC4B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43575" y="33194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45F74D-772E-40DD-AC11-F2405E55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7563"/>
            <a:ext cx="5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421D210-CCD5-4435-B22F-B1E1FEAC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53325" y="33194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BE85D25-84A8-4A29-BE3D-E053ACFD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847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DE6C8"/>
          </a:solidFill>
          <a:ln xmlns:a="http://schemas.openxmlformats.org/drawingml/2006/main" w="7144">
            <a:solidFill>
              <a:srgbClr val="F3BD6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AA14CD-9703-4D8B-B2A6-4A4C42A4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550"/>
            <a:ext cx="1752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Held-out E_T labels</a:t>
            </a:r>
          </a:p>
          <a:p xmlns:a="http://schemas.openxmlformats.org/drawingml/2006/main">
            <a:pPr algn="ctr">
              <a:defRPr sz="63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not visible during route, generation, or classifier fit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24EC301-8254-4736-9EE4-94F45BAF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67764"/>
            <a:ext cx="647700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3D2FACD-7290-4552-AA35-DCAAEF1A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602" y="3333750"/>
            <a:ext cx="8096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0647E5A-2B54-4C5D-8CF6-59EE1556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7788" y="33147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B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EF35025-D5F9-4ABD-922A-4F435C89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48225"/>
            <a:ext cx="28575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Target labels enter only after predictions exist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8EFBF1A-3E9A-4BF1-8403-BE6DA84A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7620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B7B7B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7249F1D-FB13-412C-8AEB-4B718D6D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752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Evaluation grid</a:t>
            </a:r>
          </a:p>
          <a:p xmlns:a="http://schemas.openxmlformats.org/drawingml/2006/main">
            <a:pPr algn="ctr">
              <a:defRPr sz="69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3 experiment seeds x 5 held-out centers x 3 support splits x 3 generation seeds x 3 classifier seeds = 405 cells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347A83C-F29B-48CB-A3D1-80E12848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81700"/>
            <a:ext cx="6896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The reported downstream score is the mean held-out target classifier utility, not another routing compatibility metric.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9441993-873A-419A-A842-81A81BC3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Stephanus Park, 15.05.26 - Pitch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9AA90C-DD04-47F6-88DF-78F06EE5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762750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98101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2026-05-31T15:27:33.5980000Z</dcterms:created>
  <dcterms:modified xsi:type="dcterms:W3CDTF">2026-05-31T15:27:33.5980000Z</dcterms:modified>
</coreProperties>
</file>