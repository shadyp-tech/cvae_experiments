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b0c5038cb9493c" /><Relationship Type="http://schemas.openxmlformats.org/officeDocument/2006/relationships/extended-properties" Target="/docProps/app.xml" Id="Rc4cbdfd1a3784177" /><Relationship Type="http://schemas.openxmlformats.org/officeDocument/2006/relationships/officeDocument" Target="/ppt/presentation.xml" Id="R438e6fa7caa54a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657c8f0b16465b"/>
  </p:sldMasterIdLst>
  <p:notesMasterIdLst>
    <p:notesMasterId xmlns:r="http://schemas.openxmlformats.org/officeDocument/2006/relationships" r:id="R5adf520420e54bd4"/>
  </p:notesMasterIdLst>
  <p:sldIdLst>
    <p:sldId xmlns:r="http://schemas.openxmlformats.org/officeDocument/2006/relationships" id="256" r:id="Rf398bf0d53074382"/>
  </p:sldIdLst>
  <p:sldSz cx="11430000" cy="6191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7653bceff849b1" /><Relationship Type="http://schemas.openxmlformats.org/officeDocument/2006/relationships/slideMaster" Target="/ppt/slideMasters/slideMaster1.xml" Id="R07657c8f0b16465b" /><Relationship Type="http://schemas.openxmlformats.org/officeDocument/2006/relationships/notesMaster" Target="/ppt/notesMasters/notesMaster1.xml" Id="R5adf520420e54bd4" /><Relationship Type="http://schemas.openxmlformats.org/officeDocument/2006/relationships/presProps" Target="/ppt/presProps.xml" Id="Rcaf54b5586714b5f" /><Relationship Type="http://schemas.openxmlformats.org/officeDocument/2006/relationships/tableStyles" Target="/ppt/tableStyles.xml" Id="R685197eefb0d4093" /><Relationship Type="http://schemas.openxmlformats.org/officeDocument/2006/relationships/slide" Target="/ppt/slides/slide1.xml" Id="Rf398bf0d530743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1a80a5d75942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f2a9f6ca6b4caa" /><Relationship Type="http://schemas.openxmlformats.org/officeDocument/2006/relationships/notesMaster" Target="/ppt/notesMasters/notesMaster1.xml" Id="R6f98e2dcd9f649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3a9c3029540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d6569c9e3045a7" /><Relationship Type="http://schemas.openxmlformats.org/officeDocument/2006/relationships/slideLayout" Target="/ppt/slideLayouts/slideLayout1.xml" Id="Rc8b2d8afae8e4e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b2d8afae8e4e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d4ae56c374c5c" /><Relationship Type="http://schemas.openxmlformats.org/officeDocument/2006/relationships/chart" Target="/ppt/slides/charts/chart1.xml" Id="Rbedd568dc34e4975" /><Relationship Type="http://schemas.openxmlformats.org/officeDocument/2006/relationships/notesSlide" Target="/ppt/notesSlides/notesSlide1.xml" Id="R074449ebe06a483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Mean BACC</c:v>
          </c:tx>
          <c:spPr>
            <a:solidFill xmlns:a="http://schemas.openxmlformats.org/drawingml/2006/main">
              <a:srgbClr val="0D2848"/>
            </a:solidFill>
            <a:ln xmlns:a="http://schemas.openxmlformats.org/drawingml/2006/main" w="11430">
              <a:solidFill>
                <a:srgbClr val="0D2848"/>
              </a:solidFill>
              <a:prstDash val="solid"/>
            </a:ln>
          </c:spPr>
          <c:dPt>
            <c:idx val="0"/>
            <c:invertIfNegative val="0"/>
            <c:spPr>
              <a:solidFill xmlns:a="http://schemas.openxmlformats.org/drawingml/2006/main">
                <a:srgbClr val="C66A1A"/>
              </a:solidFill>
              <a:ln xmlns:a="http://schemas.openxmlformats.org/drawingml/2006/main" w="11430">
                <a:solidFill>
                  <a:srgbClr val="A65110"/>
                </a:solidFill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0D2848"/>
              </a:solidFill>
              <a:ln xmlns:a="http://schemas.openxmlformats.org/drawingml/2006/main" w="11430">
                <a:solidFill>
                  <a:srgbClr val="0D2848"/>
                </a:solidFill>
                <a:prstDash val="solid"/>
              </a:ln>
            </c:spPr>
          </c:dPt>
          <c:cat>
            <c:strLit>
              <c:ptCount val="2"/>
              <c:pt idx="0">
                <c:v>Metadata max-tie</c:v>
              </c:pt>
              <c:pt idx="1">
                <c:v>Exact-B equal union</c:v>
              </c:pt>
            </c:strLit>
          </c:cat>
          <c:val>
            <c:numLit>
              <c:formatCode>0.0000</c:formatCode>
              <c:ptCount val="2"/>
              <c:pt idx="0">
                <c:v>0.745099431</c:v>
              </c:pt>
              <c:pt idx="1">
                <c:v>0.774967792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BDBDB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78"/>
          <c:min val="0.73"/>
        </c:scaling>
        <c:delete val="0"/>
        <c:axPos val="b"/>
        <c:majorGridlines>
          <c:spPr>
            <a:ln xmlns:a="http://schemas.openxmlformats.org/drawingml/2006/main" w="7620">
              <a:solidFill>
                <a:srgbClr val="D9D9D9"/>
              </a:solidFill>
              <a:prstDash val="solid"/>
            </a:ln>
          </c:spPr>
        </c:majorGridlines>
        <c:numFmt formatCode="0.00"/>
        <c:majorTickMark val="none"/>
        <c:minorTickMark val="none"/>
        <c:tickLblPos val="nextTo"/>
        <c:spPr>
          <a:ln xmlns:a="http://schemas.openxmlformats.org/drawingml/2006/main" w="11430">
            <a:solidFill>
              <a:srgbClr val="BDBDB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5" name="Chart"/>
          <p:cNvGraphicFramePr/>
          <p:nvPr/>
        </p:nvGraphicFramePr>
        <p:xfrm>
          <a:off xmlns:a="http://schemas.openxmlformats.org/drawingml/2006/main" x="3743325" y="781050"/>
          <a:ext xmlns:a="http://schemas.openxmlformats.org/drawingml/2006/main" cx="7115175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dd568dc34e4975"/>
          </a:graphicData>
        </a:graphic>
      </p:graphicFrame>
      <p:sp>
        <p:nvSpPr>
          <p:cNvPr id="2" name="label-exact">
            <a:extLst xmlns:a="http://schemas.openxmlformats.org/drawingml/2006/main">
              <a:ext uri="{FF2B5EF4-FFF2-40B4-BE49-F238E27FC236}">
                <a16:creationId xmlns:a16="http://schemas.microsoft.com/office/drawing/2014/main" id="{E251E5CF-0B2B-4673-B5DE-7DC73241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284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2848"/>
                </a:solidFill>
                <a:latin typeface="Arial"/>
                <a:ea typeface="Arial"/>
                <a:cs typeface="Arial"/>
              </a:rPr>
              <a:t>Exact-B equal union</a:t>
            </a:r>
          </a:p>
        </p:txBody>
      </p:sp>
      <p:sp>
        <p:nvSpPr>
          <p:cNvPr id="3" name="label-metadata">
            <a:extLst xmlns:a="http://schemas.openxmlformats.org/drawingml/2006/main">
              <a:ext uri="{FF2B5EF4-FFF2-40B4-BE49-F238E27FC236}">
                <a16:creationId xmlns:a16="http://schemas.microsoft.com/office/drawing/2014/main" id="{27D953A6-58DB-4971-A821-9F105A26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Metadata max-tie</a:t>
            </a:r>
          </a:p>
        </p:txBody>
      </p:sp>
      <p:sp>
        <p:nvSpPr>
          <p:cNvPr id="4" name="axis-title">
            <a:extLst xmlns:a="http://schemas.openxmlformats.org/drawingml/2006/main">
              <a:ext uri="{FF2B5EF4-FFF2-40B4-BE49-F238E27FC236}">
                <a16:creationId xmlns:a16="http://schemas.microsoft.com/office/drawing/2014/main" id="{B541F79D-29F3-4DDE-ADD6-006A21D4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38800"/>
            <a:ext cx="674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Mean held-out target BACC</a:t>
            </a:r>
          </a:p>
        </p:txBody>
      </p:sp>
    </p:spTree>
    <p:extLst>
      <p:ext uri="{BB962C8B-B14F-4D97-AF65-F5344CB8AC3E}">
        <p14:creationId xmlns:p14="http://schemas.microsoft.com/office/powerpoint/2010/main" val="1110144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2026-09-01T14:28:41.4760000Z</dcterms:created>
  <dcterms:modified xsi:type="dcterms:W3CDTF">2026-09-01T14:28:41.4760000Z</dcterms:modified>
</coreProperties>
</file>