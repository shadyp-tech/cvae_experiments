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fb3e987269438c" /><Relationship Type="http://schemas.openxmlformats.org/officeDocument/2006/relationships/extended-properties" Target="/docProps/app.xml" Id="Rf122a76ab2914a1d" /><Relationship Type="http://schemas.openxmlformats.org/officeDocument/2006/relationships/officeDocument" Target="/ppt/presentation.xml" Id="R932d9d88623f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982fbf65b408a"/>
  </p:sldMasterIdLst>
  <p:notesMasterIdLst>
    <p:notesMasterId xmlns:r="http://schemas.openxmlformats.org/officeDocument/2006/relationships" r:id="R4271ff4a13eb4d42"/>
  </p:notesMasterIdLst>
  <p:sldIdLst>
    <p:sldId xmlns:r="http://schemas.openxmlformats.org/officeDocument/2006/relationships" id="256" r:id="Rd817bf04b49c492e"/>
    <p:sldId xmlns:r="http://schemas.openxmlformats.org/officeDocument/2006/relationships" id="257" r:id="R46e33e1c772748a6"/>
    <p:sldId xmlns:r="http://schemas.openxmlformats.org/officeDocument/2006/relationships" id="258" r:id="R63a612525a1d44df"/>
    <p:sldId xmlns:r="http://schemas.openxmlformats.org/officeDocument/2006/relationships" id="259" r:id="R7a6758df40a345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7d749d8e04a00" /><Relationship Type="http://schemas.openxmlformats.org/officeDocument/2006/relationships/slideMaster" Target="/ppt/slideMasters/slideMaster1.xml" Id="R1bd982fbf65b408a" /><Relationship Type="http://schemas.openxmlformats.org/officeDocument/2006/relationships/notesMaster" Target="/ppt/notesMasters/notesMaster1.xml" Id="R4271ff4a13eb4d42" /><Relationship Type="http://schemas.openxmlformats.org/officeDocument/2006/relationships/presProps" Target="/ppt/presProps.xml" Id="Rf7e1467e4db54587" /><Relationship Type="http://schemas.openxmlformats.org/officeDocument/2006/relationships/tableStyles" Target="/ppt/tableStyles.xml" Id="Reb118ca2da2f42b7" /><Relationship Type="http://schemas.openxmlformats.org/officeDocument/2006/relationships/slide" Target="/ppt/slides/slide1.xml" Id="Rd817bf04b49c492e" /><Relationship Type="http://schemas.openxmlformats.org/officeDocument/2006/relationships/slide" Target="/ppt/slides/slide2.xml" Id="R46e33e1c772748a6" /><Relationship Type="http://schemas.openxmlformats.org/officeDocument/2006/relationships/slide" Target="/ppt/slides/slide3.xml" Id="R63a612525a1d44df" /><Relationship Type="http://schemas.openxmlformats.org/officeDocument/2006/relationships/slide" Target="/ppt/slides/slide4.xml" Id="R7a6758df40a3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e0f0008fb48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a4d9801534222" /><Relationship Type="http://schemas.openxmlformats.org/officeDocument/2006/relationships/notesMaster" Target="/ppt/notesMasters/notesMaster1.xml" Id="R37a0f4fbbec14a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386c01c3094b88" /><Relationship Type="http://schemas.openxmlformats.org/officeDocument/2006/relationships/notesMaster" Target="/ppt/notesMasters/notesMaster1.xml" Id="R5cd31dd08b2441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d26cbaf81f4e8c" /><Relationship Type="http://schemas.openxmlformats.org/officeDocument/2006/relationships/notesMaster" Target="/ppt/notesMasters/notesMaster1.xml" Id="R87035cf0047f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709fc91d04732" /><Relationship Type="http://schemas.openxmlformats.org/officeDocument/2006/relationships/notesMaster" Target="/ppt/notesMasters/notesMaster1.xml" Id="Rbf3d393420d941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/home/stud/spark/cvae_experiments/artifacts/midogpp/70_frozen_policy_downstream/uniform_b_v2_descriptive_frozen_policy_comparison/v1/tables/arm_summaries.csv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/home/stud/spark/cvae_experiments/artifacts/midogpp/70_frozen_policy_downstream/uniform_b_v2_descriptive_frozen_policy_comparison/v1/tables/bootstrap_summary.csv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/home/stud/spark/cvae_experiments/artifacts/midogpp/70_frozen_policy_downstream/uniform_b_v2_descriptive_frozen_policy_comparison/v1/tables/arm_summaries.csv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/home/stud/spark/cvae_experiments/artifacts/midogpp/70_frozen_policy_downstream/uniform_b_v2_descriptive_frozen_policy_comparison/v1/tables/bootstrap_summary.csv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/home/stud/spark/cvae_experiments/artifacts/midogpp/70_frozen_policy_downstream/uniform_b_v2_descriptive_frozen_policy_comparison/v1/tables/arm_summaries.csv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/home/stud/spark/cvae_experiments/artifacts/midogpp/70_frozen_policy_downstream/uniform_b_v2_descriptive_frozen_policy_comparison/v1/tables/bootstrap_summary.csv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/home/stud/spark/cvae_experiments/artifacts/midogpp/70_frozen_policy_downstream/uniform_b_v2_descriptive_frozen_policy_comparison/v1/tables/arm_summaries.csv</a:t>
            </a:r>
          </a:p>
          <a:p xmlns:a="http://schemas.openxmlformats.org/drawingml/2006/main">
            <a:r>
              <a:t>- /home/stud/spark/cvae_experiments/artifacts/midogpp/70_frozen_policy_downstream/uniform_b_v2_descriptive_frozen_policy_comparison/v1/tables/bootstrap_summary.csv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232eeb14645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9a3fdceb7467d" /><Relationship Type="http://schemas.openxmlformats.org/officeDocument/2006/relationships/slideLayout" Target="/ppt/slideLayouts/slideLayout1.xml" Id="R8368b89dbbdd49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8b89dbbdd49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f418e6da44f24" /><Relationship Type="http://schemas.openxmlformats.org/officeDocument/2006/relationships/notesSlide" Target="/ppt/notesSlides/notesSlide1.xml" Id="R6ef410c0a1364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7dd3679694f94" /><Relationship Type="http://schemas.openxmlformats.org/officeDocument/2006/relationships/notesSlide" Target="/ppt/notesSlides/notesSlide2.xml" Id="Rb341562f435145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44bf7df624dbf" /><Relationship Type="http://schemas.openxmlformats.org/officeDocument/2006/relationships/chart" Target="/ppt/slides/charts/chart1.xml" Id="Rec6e514f3cf6400e" /><Relationship Type="http://schemas.openxmlformats.org/officeDocument/2006/relationships/notesSlide" Target="/ppt/notesSlides/notesSlide3.xml" Id="R7b3fa4803c81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98b1b0aec4ccf" /><Relationship Type="http://schemas.openxmlformats.org/officeDocument/2006/relationships/notesSlide" Target="/ppt/notesSlides/notesSlide4.xml" Id="Red40851805ba4a9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BACC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Equal union</c:v>
              </c:pt>
              <c:pt idx="1">
                <c:v>Metadata max-tie</c:v>
              </c:pt>
              <c:pt idx="2">
                <c:v>Utility/regret</c:v>
              </c:pt>
            </c:strLit>
          </c:cat>
          <c:val>
            <c:numLit>
              <c:formatCode>0.000</c:formatCode>
              <c:ptCount val="3"/>
              <c:pt idx="0">
                <c:v>0.774967792</c:v>
              </c:pt>
              <c:pt idx="1">
                <c:v>0.745099431</c:v>
              </c:pt>
              <c:pt idx="2">
                <c:v>0.774967792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Balanced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171E0E8-84BC-42E9-AE89-FC0D418E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STAGE 70 — DOWNSTREAM POLICY COMPARISON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DFA5537-F5AE-40EE-9359-44684C07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42B0AFB-72D4-467F-9F89-DF42472D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Equal union beats metadata routing on the frozen comparison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C1AAA9F-6287-4B74-89AB-8F9633D1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learned policy exactly reproduces the dense fallback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05867F61-9E7F-4A0E-BC56-887BBB4F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829B24C5-0657-4E2D-8908-E42C62D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DESCRIPTIVE_COMPARISON_COMPLETE • no unconsumed eligible split remains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8D9DC5F-C84B-4423-AD92-0FADE56D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Stage-70 descriptive frozen-policy comparison</a:t>
            </a:r>
          </a:p>
        </p:txBody>
      </p:sp>
    </p:spTree>
    <p:extLst>
      <p:ext uri="{BB962C8B-B14F-4D97-AF65-F5344CB8AC3E}">
        <p14:creationId xmlns:p14="http://schemas.microsoft.com/office/powerpoint/2010/main" val="1396028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A30E435-FBD1-47BE-8EC0-2AB0163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Predictions are sealed before target labels open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D37074C-6F86-4C9A-B014-28DE2A22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E96D851F-562A-491A-8992-DAC6CE98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6B3DC228-C944-4181-814D-28AA005B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27047F1B-C873-446E-ACA0-0B455DF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frozen metadata or utility policies improve downstream utility over dense equal union?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D142AE53-CD4B-4F1F-BB70-EAFB82D6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243 prediction cells; labels scoring-only; clean artifact revision 380a0a99…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37EF0B26-CBB0-494F-9A3A-E0B43F3D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B202C6B9-3FBD-41DB-8880-CAC9CDDD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3253DB4F-93D6-455B-8850-53D13F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Authorize frozen arms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D7B6CA4D-C83F-4090-A807-421D76F5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Only the three Stage-60 policies enter the evaluation.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05B7F136-DC32-4FDC-BB45-EEA587FF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90D99C49-E5C4-4D05-9F56-C9068AE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EE1B5D0-25DF-490F-A6D1-40FFFE57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 identically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0087CDDA-AE27-44B9-AB52-6C14F2A0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Candidate eligibility, budgets, seeds, shuffles, and classifier settings match.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D8946486-0082-4F6E-B88B-F4F974E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C9CC45F9-821E-4AD7-AA7B-430F521F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9DDF68F-0011-4AC5-8269-916170E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Seal predictions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239D443A-486B-43AD-B34A-52AC985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All target predictions persist before label capability opens.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7B903254-DA52-4F14-9734-E24621DF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68ED488C-80BE-46C3-A93A-9D9622FE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BDF28CB-EADE-4E3A-9B0E-5E6DF07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descriptively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733E9180-5518-41AA-8AE5-DE553674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Previously consumed test bytes block fresh confirmation or promotion.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BDA1821-F6B4-4E63-A2EB-C535B5B9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Stage-70 descriptive frozen-policy comparison</a:t>
            </a:r>
          </a:p>
        </p:txBody>
      </p:sp>
    </p:spTree>
    <p:extLst>
      <p:ext uri="{BB962C8B-B14F-4D97-AF65-F5344CB8AC3E}">
        <p14:creationId xmlns:p14="http://schemas.microsoft.com/office/powerpoint/2010/main" val="24565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70A9B2C-AD28-4CA8-A628-5758AF8C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Metadata loses 2.99 BACC points to equal union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E683DB27-2183-4239-A4E1-231EBD1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3ABBC3B3-DD2F-4046-A7CC-AA764414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6e514f3cf6400e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7D63029B-843C-4473-B698-2C3B49B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Equal-center/equal-seed means across 81 cells per arm.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664EBE9-470B-4A71-898E-CAB13727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AD02010B-9D9B-4C96-8C48-55DE1FB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−0.0299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2113CF12-6DD9-4F44-AFDC-BB82A29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Metadata minus equal union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24FFAAFD-D3C5-4646-B586-56746CC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A3EFAAC-74FE-4045-A047-57998FA9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[−.050,−.009]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5A85D191-3BDA-48E9-B93D-0C629820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Descriptive paired-bootstrap interval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3D64906D-0FBE-4FA6-94B3-4BF8ABF6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CB1D4E8E-F065-41CC-86A2-EA12DB3B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2 / 9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D8BD7600-29EA-4883-88C9-A3EDFCEE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Centers improved by metadata routing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31D325E-3000-4B3C-B8F3-B5BD8F64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Stage-70 descriptive frozen-policy comparison</a:t>
            </a:r>
          </a:p>
        </p:txBody>
      </p:sp>
    </p:spTree>
    <p:extLst>
      <p:ext uri="{BB962C8B-B14F-4D97-AF65-F5344CB8AC3E}">
        <p14:creationId xmlns:p14="http://schemas.microsoft.com/office/powerpoint/2010/main" val="1153044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8238CB9-BE4D-4945-BA2E-4B07E43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active routing hypothesis is not supported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1C102308-7F78-40E8-BE5B-C285BB1A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53901D48-1943-4793-9BB0-44B4FD8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095F51FA-7815-4D54-AEF2-411FFEE4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8C1B4D8D-9DFD-4C3C-9358-CF949111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Dense equal-union CVAE composition is the strongest deployable-style descriptive arm; metadata similarity is not a reliable utility rule.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2502B12D-4B0B-4B45-B356-9448D03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Objectives 3–5 evaluated directly; result is negative but complete.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B2A65BB0-D8D9-430E-BA6D-299EE41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E33B6F44-67D0-4A80-81CB-4EAF46D6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4539270F-EC1B-4628-BA47-E711ACD9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test surface was previously consumed. No policy promotion, fresh significance, deployment, or new-center claim is authorized.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762B1295-A7F8-43B1-B8D9-C23F3107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8A532FA8-B5E3-49A6-B051-5A7745AA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0735068E-1484-4649-953D-BC3626CD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Treat equal union as the safe conclusion unless one fresh, predeclared routing study is feasible.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3AD1653-4091-4294-A2B2-A3FDB991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Stage-70 descriptive frozen-policy comparison</a:t>
            </a:r>
          </a:p>
        </p:txBody>
      </p:sp>
    </p:spTree>
    <p:extLst>
      <p:ext uri="{BB962C8B-B14F-4D97-AF65-F5344CB8AC3E}">
        <p14:creationId xmlns:p14="http://schemas.microsoft.com/office/powerpoint/2010/main" val="1019365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2026-08-22T16:04:55.4000000Z</dcterms:created>
  <dcterms:modified xsi:type="dcterms:W3CDTF">2026-08-22T16:04:55.4000000Z</dcterms:modified>
</coreProperties>
</file>