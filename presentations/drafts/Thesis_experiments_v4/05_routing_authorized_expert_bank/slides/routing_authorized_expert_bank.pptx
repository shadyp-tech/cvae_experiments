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6dfb7e1b334e45" /><Relationship Type="http://schemas.openxmlformats.org/officeDocument/2006/relationships/extended-properties" Target="/docProps/app.xml" Id="Rb17e84653c2f45fc" /><Relationship Type="http://schemas.openxmlformats.org/officeDocument/2006/relationships/officeDocument" Target="/ppt/presentation.xml" Id="R409cd42ef0d34c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ac7011edf642f1"/>
  </p:sldMasterIdLst>
  <p:notesMasterIdLst>
    <p:notesMasterId xmlns:r="http://schemas.openxmlformats.org/officeDocument/2006/relationships" r:id="R1a52ea214b4e4e1e"/>
  </p:notesMasterIdLst>
  <p:sldIdLst>
    <p:sldId xmlns:r="http://schemas.openxmlformats.org/officeDocument/2006/relationships" id="256" r:id="Re32a122c8ec1477a"/>
    <p:sldId xmlns:r="http://schemas.openxmlformats.org/officeDocument/2006/relationships" id="257" r:id="Re67f047b4d6f4c38"/>
    <p:sldId xmlns:r="http://schemas.openxmlformats.org/officeDocument/2006/relationships" id="258" r:id="R4b109164ec8b4ba5"/>
    <p:sldId xmlns:r="http://schemas.openxmlformats.org/officeDocument/2006/relationships" id="259" r:id="Rb6f36323b5b94f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90d99795614096" /><Relationship Type="http://schemas.openxmlformats.org/officeDocument/2006/relationships/slideMaster" Target="/ppt/slideMasters/slideMaster1.xml" Id="R80ac7011edf642f1" /><Relationship Type="http://schemas.openxmlformats.org/officeDocument/2006/relationships/notesMaster" Target="/ppt/notesMasters/notesMaster1.xml" Id="R1a52ea214b4e4e1e" /><Relationship Type="http://schemas.openxmlformats.org/officeDocument/2006/relationships/presProps" Target="/ppt/presProps.xml" Id="Rcf3d617b91b14c71" /><Relationship Type="http://schemas.openxmlformats.org/officeDocument/2006/relationships/tableStyles" Target="/ppt/tableStyles.xml" Id="R3f0ded06fd5f4e70" /><Relationship Type="http://schemas.openxmlformats.org/officeDocument/2006/relationships/slide" Target="/ppt/slides/slide1.xml" Id="Re32a122c8ec1477a" /><Relationship Type="http://schemas.openxmlformats.org/officeDocument/2006/relationships/slide" Target="/ppt/slides/slide2.xml" Id="Re67f047b4d6f4c38" /><Relationship Type="http://schemas.openxmlformats.org/officeDocument/2006/relationships/slide" Target="/ppt/slides/slide3.xml" Id="R4b109164ec8b4ba5" /><Relationship Type="http://schemas.openxmlformats.org/officeDocument/2006/relationships/slide" Target="/ppt/slides/slide4.xml" Id="Rb6f36323b5b94f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d68cd3035644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417b639c234a62" /><Relationship Type="http://schemas.openxmlformats.org/officeDocument/2006/relationships/notesMaster" Target="/ppt/notesMasters/notesMaster1.xml" Id="R22aa6cef9cdf47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2221bae4d94628" /><Relationship Type="http://schemas.openxmlformats.org/officeDocument/2006/relationships/notesMaster" Target="/ppt/notesMasters/notesMaster1.xml" Id="Rd26b0520669441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457e6ec831448a" /><Relationship Type="http://schemas.openxmlformats.org/officeDocument/2006/relationships/notesMaster" Target="/ppt/notesMasters/notesMaster1.xml" Id="Rfb027e713e5140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18312265524ce0" /><Relationship Type="http://schemas.openxmlformats.org/officeDocument/2006/relationships/notesMaster" Target="/ppt/notesMasters/notesMaster1.xml" Id="R3c5dcf2a9edf48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docs/wiki/03-experiments/midogpp-uniform-b-v2-routing-authorized-expert-bank-v1.md</a:t>
            </a:r>
          </a:p>
          <a:p xmlns:a="http://schemas.openxmlformats.org/drawingml/2006/main">
            <a:r>
              <a:t>- artifacts/midogpp/30_expert_bank/uniform_b_v2_routing_authorized_expert_bank_v1/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docs/wiki/03-experiments/midogpp-uniform-b-v2-routing-authorized-expert-bank-v1.md</a:t>
            </a:r>
          </a:p>
          <a:p xmlns:a="http://schemas.openxmlformats.org/drawingml/2006/main">
            <a:r>
              <a:t>- artifacts/midogpp/30_expert_bank/uniform_b_v2_routing_authorized_expert_bank_v1/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docs/wiki/03-experiments/midogpp-uniform-b-v2-routing-authorized-expert-bank-v1.md</a:t>
            </a:r>
          </a:p>
          <a:p xmlns:a="http://schemas.openxmlformats.org/drawingml/2006/main">
            <a:r>
              <a:t>- artifacts/midogpp/30_expert_bank/uniform_b_v2_routing_authorized_expert_bank_v1/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docs/wiki/03-experiments/midogpp-uniform-b-v2-routing-authorized-expert-bank-v1.md</a:t>
            </a:r>
          </a:p>
          <a:p xmlns:a="http://schemas.openxmlformats.org/drawingml/2006/main">
            <a:r>
              <a:t>- artifacts/midogpp/30_expert_bank/uniform_b_v2_routing_authorized_expert_bank_v1/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a5407408954c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7f71119ce04131" /><Relationship Type="http://schemas.openxmlformats.org/officeDocument/2006/relationships/slideLayout" Target="/ppt/slideLayouts/slideLayout1.xml" Id="Rf5df01d2c7a84f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df01d2c7a84f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2ce630c184363" /><Relationship Type="http://schemas.openxmlformats.org/officeDocument/2006/relationships/notesSlide" Target="/ppt/notesSlides/notesSlide1.xml" Id="R1d7ebaf53a0444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0e541916549fc" /><Relationship Type="http://schemas.openxmlformats.org/officeDocument/2006/relationships/notesSlide" Target="/ppt/notesSlides/notesSlide2.xml" Id="R604a573174154a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9582348ee4aed" /><Relationship Type="http://schemas.openxmlformats.org/officeDocument/2006/relationships/chart" Target="/ppt/slides/charts/chart1.xml" Id="Rf94d4ac8b3184f95" /><Relationship Type="http://schemas.openxmlformats.org/officeDocument/2006/relationships/notesSlide" Target="/ppt/notesSlides/notesSlide3.xml" Id="R0ef58ddc22eb4a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32c518a964a3b" /><Relationship Type="http://schemas.openxmlformats.org/officeDocument/2006/relationships/notesSlide" Target="/ppt/notesSlides/notesSlide4.xml" Id="R95f7e637bc284e4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PS BACC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Seed 17</c:v>
              </c:pt>
              <c:pt idx="1">
                <c:v>Seed 42</c:v>
              </c:pt>
              <c:pt idx="2">
                <c:v>Seed 101</c:v>
              </c:pt>
            </c:strLit>
          </c:cat>
          <c:val>
            <c:numLit>
              <c:formatCode>0.000</c:formatCode>
              <c:ptCount val="3"/>
              <c:pt idx="0">
                <c:v>0.772334</c:v>
              </c:pt>
              <c:pt idx="1">
                <c:v>0.77344</c:v>
              </c:pt>
              <c:pt idx="2">
                <c:v>0.764562</c:v>
              </c:pt>
            </c:numLit>
          </c:val>
        </c:ser>
        <c:ser>
          <c:idx val="1"/>
          <c:order val="1"/>
          <c:tx>
            <c:v>Promotion floor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3"/>
              <c:pt idx="0">
                <c:v>Seed 17</c:v>
              </c:pt>
              <c:pt idx="1">
                <c:v>Seed 42</c:v>
              </c:pt>
              <c:pt idx="2">
                <c:v>Seed 101</c:v>
              </c:pt>
            </c:strLit>
          </c:cat>
          <c:val>
            <c:numLit>
              <c:formatCode>0.000</c:formatCode>
              <c:ptCount val="3"/>
              <c:pt idx="0">
                <c:v>0.75</c:v>
              </c:pt>
              <c:pt idx="1">
                <c:v>0.75</c:v>
              </c:pt>
              <c:pt idx="2">
                <c:v>0.75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78"/>
          <c:min val="0.74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472"/>
                    </a:solidFill>
                  </a:rPr>
                  <a:t>Source-inner BACC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472"/>
                  </a:solidFill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50112"/>
        <c:crossBetween val="between"/>
        <c:majorUnit val="0.0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B6472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E6163984-747E-4E9D-A5A4-A9B0FE88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STAGE 30 — EXPERT-BANK PROMOTION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9E7E7E9-C630-483F-AF8D-B5547012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5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0EE2155-61E5-44E4-BA26-13DD8FDD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10287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 27 independent CVAE experts pass the routing-bank gates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8733698-05E5-4766-AA7B-5C3C71D0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 separate promotion firewall turns mechanism evidence into an authorized action space</a:t>
            </a:r>
          </a:p>
        </p:txBody>
      </p:sp>
      <p:sp>
        <p:nvSpPr>
          <p:cNvPr id="5" name="cover-status-panel">
            <a:extLst xmlns:a="http://schemas.openxmlformats.org/drawingml/2006/main">
              <a:ext uri="{FF2B5EF4-FFF2-40B4-BE49-F238E27FC236}">
                <a16:creationId xmlns:a16="http://schemas.microsoft.com/office/drawing/2014/main" id="{D6E53939-FA7B-41B3-BB9A-7CF583EE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2B94964E-77F0-462E-A1AB-A526D613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2445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ROUTING_AUTHORIZED • expert_bank_construction_only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67B72BB-0C0D-48AB-8A73-4FC1D7EE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Stage-30 routing-authorized expert bank</a:t>
            </a:r>
          </a:p>
        </p:txBody>
      </p:sp>
    </p:spTree>
    <p:extLst>
      <p:ext uri="{BB962C8B-B14F-4D97-AF65-F5344CB8AC3E}">
        <p14:creationId xmlns:p14="http://schemas.microsoft.com/office/powerpoint/2010/main" val="21327072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BC56B8EE-ED97-49A0-AFF1-34A9A858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Promotion validates the whole bank without expert selection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25924392-A367-4148-B1B3-D6394996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EDF2C1B2-4FFD-47E5-A404-8645C937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A5C0FE4A-9A41-4C9E-A900-0C182415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7D27E63F-1C51-4635-90EE-AA239A1F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667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 all source/seed checkpoints enter routing without held-out expert or seed selection?</a:t>
            </a:r>
          </a:p>
        </p:txBody>
      </p:sp>
      <p:sp>
        <p:nvSpPr>
          <p:cNvPr id="6" name="protocol-note">
            <a:extLst xmlns:a="http://schemas.openxmlformats.org/drawingml/2006/main">
              <a:ext uri="{FF2B5EF4-FFF2-40B4-BE49-F238E27FC236}">
                <a16:creationId xmlns:a16="http://schemas.microsoft.com/office/drawing/2014/main" id="{8C923F41-92B7-4D9E-BAA0-10A9A665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Nine centers × three training seeds; seeds remain replications, not actions.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E653CB3D-5EEB-45EA-98EA-D2D52EF4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90650"/>
            <a:ext cx="14288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um-0">
            <a:extLst xmlns:a="http://schemas.openxmlformats.org/drawingml/2006/main">
              <a:ext uri="{FF2B5EF4-FFF2-40B4-BE49-F238E27FC236}">
                <a16:creationId xmlns:a16="http://schemas.microsoft.com/office/drawing/2014/main" id="{7C73CC01-50B8-41F6-B6A2-5A4F0E55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287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565B76F0-4D1F-4082-8439-78562364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09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Train independently</a:t>
            </a:r>
          </a:p>
        </p:txBody>
      </p:sp>
      <p:sp>
        <p:nvSpPr>
          <p:cNvPr id="10" name="step-text-0">
            <a:extLst xmlns:a="http://schemas.openxmlformats.org/drawingml/2006/main">
              <a:ext uri="{FF2B5EF4-FFF2-40B4-BE49-F238E27FC236}">
                <a16:creationId xmlns:a16="http://schemas.microsoft.com/office/drawing/2014/main" id="{75B60E0B-EF88-4B28-A82F-8F679288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907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Nine source centers crossed with seeds 17, 42, and 101.</a:t>
            </a:r>
          </a:p>
        </p:txBody>
      </p:sp>
      <p:sp>
        <p:nvSpPr>
          <p:cNvPr id="11" name="step-rule-0">
            <a:extLst xmlns:a="http://schemas.openxmlformats.org/drawingml/2006/main">
              <a:ext uri="{FF2B5EF4-FFF2-40B4-BE49-F238E27FC236}">
                <a16:creationId xmlns:a16="http://schemas.microsoft.com/office/drawing/2014/main" id="{8AF89712-B68D-48E0-B6C1-FAB6F15D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860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num-1">
            <a:extLst xmlns:a="http://schemas.openxmlformats.org/drawingml/2006/main">
              <a:ext uri="{FF2B5EF4-FFF2-40B4-BE49-F238E27FC236}">
                <a16:creationId xmlns:a16="http://schemas.microsoft.com/office/drawing/2014/main" id="{2CC6CC70-4801-47F3-A156-F9BE2C37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0799E345-4B38-44E1-8D78-7EFB9569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Attach source priors</a:t>
            </a:r>
          </a:p>
        </p:txBody>
      </p:sp>
      <p:sp>
        <p:nvSpPr>
          <p:cNvPr id="14" name="step-text-1">
            <a:extLst xmlns:a="http://schemas.openxmlformats.org/drawingml/2006/main">
              <a:ext uri="{FF2B5EF4-FFF2-40B4-BE49-F238E27FC236}">
                <a16:creationId xmlns:a16="http://schemas.microsoft.com/office/drawing/2014/main" id="{2D85281B-3524-4896-9188-994ACD4C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Each checkpoint retains its local frame and aggregate-posterior state.</a:t>
            </a:r>
          </a:p>
        </p:txBody>
      </p:sp>
      <p:sp>
        <p:nvSpPr>
          <p:cNvPr id="15" name="step-rule-1">
            <a:extLst xmlns:a="http://schemas.openxmlformats.org/drawingml/2006/main">
              <a:ext uri="{FF2B5EF4-FFF2-40B4-BE49-F238E27FC236}">
                <a16:creationId xmlns:a16="http://schemas.microsoft.com/office/drawing/2014/main" id="{1EDD9F03-CF64-46BD-A018-15ABD787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671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num-2">
            <a:extLst xmlns:a="http://schemas.openxmlformats.org/drawingml/2006/main">
              <a:ext uri="{FF2B5EF4-FFF2-40B4-BE49-F238E27FC236}">
                <a16:creationId xmlns:a16="http://schemas.microsoft.com/office/drawing/2014/main" id="{1C03AFA8-DFE7-4C3E-814A-8351C942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90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2FCF0068-A20B-475A-92EE-8C63C879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719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Audit identities</a:t>
            </a:r>
          </a:p>
        </p:txBody>
      </p:sp>
      <p:sp>
        <p:nvSpPr>
          <p:cNvPr id="18" name="step-text-2">
            <a:extLst xmlns:a="http://schemas.openxmlformats.org/drawingml/2006/main">
              <a:ext uri="{FF2B5EF4-FFF2-40B4-BE49-F238E27FC236}">
                <a16:creationId xmlns:a16="http://schemas.microsoft.com/office/drawing/2014/main" id="{E682F4CF-05DD-4A87-BC5F-DAE357C6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529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Hashes, rows, convergence, and fallback counts are validated fail-closed.</a:t>
            </a:r>
          </a:p>
        </p:txBody>
      </p:sp>
      <p:sp>
        <p:nvSpPr>
          <p:cNvPr id="19" name="step-rule-2">
            <a:extLst xmlns:a="http://schemas.openxmlformats.org/drawingml/2006/main">
              <a:ext uri="{FF2B5EF4-FFF2-40B4-BE49-F238E27FC236}">
                <a16:creationId xmlns:a16="http://schemas.microsoft.com/office/drawing/2014/main" id="{0319B226-A37B-424C-8C48-12B5EDB8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482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num-3">
            <a:extLst xmlns:a="http://schemas.openxmlformats.org/drawingml/2006/main">
              <a:ext uri="{FF2B5EF4-FFF2-40B4-BE49-F238E27FC236}">
                <a16:creationId xmlns:a16="http://schemas.microsoft.com/office/drawing/2014/main" id="{FFBC0D73-9585-44B1-B7CC-F33BF66D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72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DD69B523-A4DA-4FC2-ADB5-6B27024B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Freeze equal union</a:t>
            </a:r>
          </a:p>
        </p:txBody>
      </p:sp>
      <p:sp>
        <p:nvSpPr>
          <p:cNvPr id="22" name="step-text-3">
            <a:extLst xmlns:a="http://schemas.openxmlformats.org/drawingml/2006/main">
              <a:ext uri="{FF2B5EF4-FFF2-40B4-BE49-F238E27FC236}">
                <a16:creationId xmlns:a16="http://schemas.microsoft.com/office/drawing/2014/main" id="{888DCC3A-17E4-47E2-9FC5-22FD1D3B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340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The future control excludes H and allocates 128 samples per source/class.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C7825D22-5A5D-425A-9C9F-26A4E28A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Stage-30 routing-authorized expert bank</a:t>
            </a:r>
          </a:p>
        </p:txBody>
      </p:sp>
    </p:spTree>
    <p:extLst>
      <p:ext uri="{BB962C8B-B14F-4D97-AF65-F5344CB8AC3E}">
        <p14:creationId xmlns:p14="http://schemas.microsoft.com/office/powerpoint/2010/main" val="12055501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D41FCBD9-C9C2-4465-814D-12E35D8D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seed clears the stability floor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B7C49C55-DDB2-4D2E-8086-4776904B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655A3496-54F8-4EBA-A0FA-A9F8621E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9" name="primary-result-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73342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4d4ac8b3184f95"/>
          </a:graphicData>
        </a:graphic>
      </p:graphicFrame>
      <p:sp>
        <p:nvSpPr>
          <p:cNvPr id="5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65CF04F6-CD27-457C-9340-1A2FE0C9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Training-seed means; all 27 checkpoints retained.</a:t>
            </a:r>
          </a:p>
        </p:txBody>
      </p:sp>
      <p:sp>
        <p:nvSpPr>
          <p:cNvPr id="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E57214F-6899-492D-9A00-F8635547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76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WHAT CHANGED</a:t>
            </a:r>
          </a:p>
        </p:txBody>
      </p:sp>
      <p:sp>
        <p:nvSpPr>
          <p:cNvPr id="7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286C3C56-FC1A-478D-A691-78CA120F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27 / 27</a:t>
            </a:r>
          </a:p>
        </p:txBody>
      </p:sp>
      <p:sp>
        <p:nvSpPr>
          <p:cNvPr id="8" name="metric-text-0">
            <a:extLst xmlns:a="http://schemas.openxmlformats.org/drawingml/2006/main">
              <a:ext uri="{FF2B5EF4-FFF2-40B4-BE49-F238E27FC236}">
                <a16:creationId xmlns:a16="http://schemas.microsoft.com/office/drawing/2014/main" id="{A6621022-F1B3-4056-8498-C9DC5619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Checkpoint records promoted</a:t>
            </a:r>
          </a:p>
        </p:txBody>
      </p:sp>
      <p:sp>
        <p:nvSpPr>
          <p:cNvPr id="9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C376B68E-5BCF-427F-A58A-69D45C50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F8245A91-71DA-4450-90BB-1692D8FA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1" name="metric-text-1">
            <a:extLst xmlns:a="http://schemas.openxmlformats.org/drawingml/2006/main">
              <a:ext uri="{FF2B5EF4-FFF2-40B4-BE49-F238E27FC236}">
                <a16:creationId xmlns:a16="http://schemas.microsoft.com/office/drawing/2014/main" id="{46C5057B-4DD2-44D2-8A80-38CF3A02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Overlap, convergence, and sampler-fallback failures</a:t>
            </a:r>
          </a:p>
        </p:txBody>
      </p:sp>
      <p:sp>
        <p:nvSpPr>
          <p:cNvPr id="12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B2BBB136-DF10-4FA7-857D-4321EC26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14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06C9D17F-679F-43AC-963F-A535BE3C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8 sources</a:t>
            </a:r>
          </a:p>
        </p:txBody>
      </p:sp>
      <p:sp>
        <p:nvSpPr>
          <p:cNvPr id="14" name="metric-text-2">
            <a:extLst xmlns:a="http://schemas.openxmlformats.org/drawingml/2006/main">
              <a:ext uri="{FF2B5EF4-FFF2-40B4-BE49-F238E27FC236}">
                <a16:creationId xmlns:a16="http://schemas.microsoft.com/office/drawing/2014/main" id="{D0A70D03-66C1-4353-A745-B1CF62E8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00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Per target fold in the frozen equal-union control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95F4BC0-BDF0-4A92-92E2-39B1ED4B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Stage-30 routing-authorized expert bank</a:t>
            </a:r>
          </a:p>
        </p:txBody>
      </p:sp>
    </p:spTree>
    <p:extLst>
      <p:ext uri="{BB962C8B-B14F-4D97-AF65-F5344CB8AC3E}">
        <p14:creationId xmlns:p14="http://schemas.microsoft.com/office/powerpoint/2010/main" val="2599379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E098267F-9374-4D5B-9275-0A6ECF96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expert action space is built; routing remains unproven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31B2CFA7-0119-4204-B8BF-3837B8FE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7B6E5323-A530-4B4E-BA28-0536524B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pported-label">
            <a:extLst xmlns:a="http://schemas.openxmlformats.org/drawingml/2006/main">
              <a:ext uri="{FF2B5EF4-FFF2-40B4-BE49-F238E27FC236}">
                <a16:creationId xmlns:a16="http://schemas.microsoft.com/office/drawing/2014/main" id="{68B963ED-4AD3-41CA-A253-37717D07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SUPPORTED INTERPRETATION</a:t>
            </a:r>
          </a:p>
        </p:txBody>
      </p:sp>
      <p:sp>
        <p:nvSpPr>
          <p:cNvPr id="5" name="supported-text">
            <a:extLst xmlns:a="http://schemas.openxmlformats.org/drawingml/2006/main">
              <a:ext uri="{FF2B5EF4-FFF2-40B4-BE49-F238E27FC236}">
                <a16:creationId xmlns:a16="http://schemas.microsoft.com/office/drawing/2014/main" id="{1EC39834-C01F-4140-A67B-FDA02B84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0482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Independent experts, sampler states, and provenance are complete enough to support controlled routing experiments.</a:t>
            </a:r>
          </a:p>
        </p:txBody>
      </p:sp>
      <p:sp>
        <p:nvSpPr>
          <p:cNvPr id="6" name="objective-text">
            <a:extLst xmlns:a="http://schemas.openxmlformats.org/drawingml/2006/main">
              <a:ext uri="{FF2B5EF4-FFF2-40B4-BE49-F238E27FC236}">
                <a16:creationId xmlns:a16="http://schemas.microsoft.com/office/drawing/2014/main" id="{A3957045-176F-43A1-944A-13CC239D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Objective 4 is operationally achieved at the bank-construction level.</a:t>
            </a:r>
          </a:p>
        </p:txBody>
      </p:sp>
      <p:sp>
        <p:nvSpPr>
          <p:cNvPr id="7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731D1429-5E37-4224-A87C-C5C55061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28750"/>
            <a:ext cx="14288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AB56D6CD-500E-4CA0-859E-1335E363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049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CLAIM BOUNDARY</a:t>
            </a:r>
          </a:p>
        </p:txBody>
      </p:sp>
      <p:sp>
        <p:nvSpPr>
          <p:cNvPr id="9" name="boundary-text">
            <a:extLst xmlns:a="http://schemas.openxmlformats.org/drawingml/2006/main">
              <a:ext uri="{FF2B5EF4-FFF2-40B4-BE49-F238E27FC236}">
                <a16:creationId xmlns:a16="http://schemas.microsoft.com/office/drawing/2014/main" id="{1880381E-22A2-4A3E-874B-3555AA47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5143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Bank promotion does not show that any router succeeds. Consumed source-inner labels cannot choose an expert, seed, or policy.</a:t>
            </a:r>
          </a:p>
        </p:txBody>
      </p:sp>
      <p:sp>
        <p:nvSpPr>
          <p:cNvPr id="10" name="next-panel">
            <a:extLst xmlns:a="http://schemas.openxmlformats.org/drawingml/2006/main">
              <a:ext uri="{FF2B5EF4-FFF2-40B4-BE49-F238E27FC236}">
                <a16:creationId xmlns:a16="http://schemas.microsoft.com/office/drawing/2014/main" id="{50837C8D-1D7C-4343-B1CF-5A31E784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5143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ext-label">
            <a:extLst xmlns:a="http://schemas.openxmlformats.org/drawingml/2006/main">
              <a:ext uri="{FF2B5EF4-FFF2-40B4-BE49-F238E27FC236}">
                <a16:creationId xmlns:a16="http://schemas.microsoft.com/office/drawing/2014/main" id="{AFC9C5ED-0CE9-42F3-809D-CE3E210A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NEXT DECISION</a:t>
            </a:r>
          </a:p>
        </p:txBody>
      </p:sp>
      <p:sp>
        <p:nvSpPr>
          <p:cNvPr id="12" name="next-text">
            <a:extLst xmlns:a="http://schemas.openxmlformats.org/drawingml/2006/main">
              <a:ext uri="{FF2B5EF4-FFF2-40B4-BE49-F238E27FC236}">
                <a16:creationId xmlns:a16="http://schemas.microsoft.com/office/drawing/2014/main" id="{2D7A82CD-7D12-4158-AFB3-3EAE81C0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Freeze generation and comparison policies before opening target evaluation labels.</a:t>
            </a:r>
          </a:p>
        </p:txBody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106CA6C-81A4-49F2-B010-48F7B220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Stage-30 routing-authorized expert bank</a:t>
            </a:r>
          </a:p>
        </p:txBody>
      </p:sp>
    </p:spTree>
    <p:extLst>
      <p:ext uri="{BB962C8B-B14F-4D97-AF65-F5344CB8AC3E}">
        <p14:creationId xmlns:p14="http://schemas.microsoft.com/office/powerpoint/2010/main" val="629248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2026-08-22T16:04:53.9600000Z</dcterms:created>
  <dcterms:modified xsi:type="dcterms:W3CDTF">2026-08-22T16:04:53.9600000Z</dcterms:modified>
</coreProperties>
</file>