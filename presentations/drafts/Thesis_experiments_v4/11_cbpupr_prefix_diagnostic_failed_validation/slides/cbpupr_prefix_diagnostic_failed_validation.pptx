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fdd880fe744874" /><Relationship Type="http://schemas.openxmlformats.org/officeDocument/2006/relationships/extended-properties" Target="/docProps/app.xml" Id="R4e50decba52847a4" /><Relationship Type="http://schemas.openxmlformats.org/officeDocument/2006/relationships/officeDocument" Target="/ppt/presentation.xml" Id="Ra0bd2797da4642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51951625ce41c3"/>
  </p:sldMasterIdLst>
  <p:notesMasterIdLst>
    <p:notesMasterId xmlns:r="http://schemas.openxmlformats.org/officeDocument/2006/relationships" r:id="R830111a39e0f4fbf"/>
  </p:notesMasterIdLst>
  <p:sldIdLst>
    <p:sldId xmlns:r="http://schemas.openxmlformats.org/officeDocument/2006/relationships" id="256" r:id="Rbdbcf8ad89324395"/>
    <p:sldId xmlns:r="http://schemas.openxmlformats.org/officeDocument/2006/relationships" id="257" r:id="R736e7c4bec964079"/>
    <p:sldId xmlns:r="http://schemas.openxmlformats.org/officeDocument/2006/relationships" id="258" r:id="R5c4e644657244293"/>
    <p:sldId xmlns:r="http://schemas.openxmlformats.org/officeDocument/2006/relationships" id="259" r:id="R418044fd9a2248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b784bf2eba4f39" /><Relationship Type="http://schemas.openxmlformats.org/officeDocument/2006/relationships/slideMaster" Target="/ppt/slideMasters/slideMaster1.xml" Id="R8551951625ce41c3" /><Relationship Type="http://schemas.openxmlformats.org/officeDocument/2006/relationships/notesMaster" Target="/ppt/notesMasters/notesMaster1.xml" Id="R830111a39e0f4fbf" /><Relationship Type="http://schemas.openxmlformats.org/officeDocument/2006/relationships/presProps" Target="/ppt/presProps.xml" Id="Rf5e2649a1c454daa" /><Relationship Type="http://schemas.openxmlformats.org/officeDocument/2006/relationships/tableStyles" Target="/ppt/tableStyles.xml" Id="R9e7c061a9e8344c6" /><Relationship Type="http://schemas.openxmlformats.org/officeDocument/2006/relationships/slide" Target="/ppt/slides/slide1.xml" Id="Rbdbcf8ad89324395" /><Relationship Type="http://schemas.openxmlformats.org/officeDocument/2006/relationships/slide" Target="/ppt/slides/slide2.xml" Id="R736e7c4bec964079" /><Relationship Type="http://schemas.openxmlformats.org/officeDocument/2006/relationships/slide" Target="/ppt/slides/slide3.xml" Id="R5c4e644657244293" /><Relationship Type="http://schemas.openxmlformats.org/officeDocument/2006/relationships/slide" Target="/ppt/slides/slide4.xml" Id="R418044fd9a2248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0cd585f4b445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fb3980ebfe4aad" /><Relationship Type="http://schemas.openxmlformats.org/officeDocument/2006/relationships/notesMaster" Target="/ppt/notesMasters/notesMaster1.xml" Id="Re17b41f3405641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e0b91521934306" /><Relationship Type="http://schemas.openxmlformats.org/officeDocument/2006/relationships/notesMaster" Target="/ppt/notesMasters/notesMaster1.xml" Id="Rf862b9a90db940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8fb9cc0eed4368" /><Relationship Type="http://schemas.openxmlformats.org/officeDocument/2006/relationships/notesMaster" Target="/ppt/notesMasters/notesMaster1.xml" Id="Rc570048812ad4b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4cf78320cf4b8f" /><Relationship Type="http://schemas.openxmlformats.org/officeDocument/2006/relationships/notesMaster" Target="/ppt/notesMasters/notesMaster1.xml" Id="R225ce7d1bfcd40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/home/stud/spark/cvae_experiments/artifacts/midogpp/90_oracles_and_diagnostics/uniform_b_v2_consumed_test_fixed_bank_p_anchored_route_scoped_center_balanced_posterior_utility_prefix_router/v1/reports/run_state.json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/home/stud/spark/cvae_experiments/artifacts/midogpp/90_oracles_and_diagnostics/uniform_b_v2_consumed_test_fixed_bank_p_anchored_route_scoped_center_balanced_posterior_utility_prefix_router/v1/reports/diagnostic_summary.json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/home/stud/spark/cvae_experiments/artifacts/midogpp/90_oracles_and_diagnostics/uniform_b_v2_consumed_test_fixed_bank_p_anchored_route_scoped_center_balanced_posterior_utility_prefix_router/v1/reports/run_state.json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/home/stud/spark/cvae_experiments/artifacts/midogpp/90_oracles_and_diagnostics/uniform_b_v2_consumed_test_fixed_bank_p_anchored_route_scoped_center_balanced_posterior_utility_prefix_router/v1/reports/diagnostic_summary.json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/home/stud/spark/cvae_experiments/artifacts/midogpp/90_oracles_and_diagnostics/uniform_b_v2_consumed_test_fixed_bank_p_anchored_route_scoped_center_balanced_posterior_utility_prefix_router/v1/reports/run_state.json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/home/stud/spark/cvae_experiments/artifacts/midogpp/90_oracles_and_diagnostics/uniform_b_v2_consumed_test_fixed_bank_p_anchored_route_scoped_center_balanced_posterior_utility_prefix_router/v1/reports/diagnostic_summary.json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/home/stud/spark/cvae_experiments/artifacts/midogpp/90_oracles_and_diagnostics/uniform_b_v2_consumed_test_fixed_bank_p_anchored_route_scoped_center_balanced_posterior_utility_prefix_router/v1/reports/run_state.json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/home/stud/spark/cvae_experiments/artifacts/midogpp/90_oracles_and_diagnostics/uniform_b_v2_consumed_test_fixed_bank_p_anchored_route_scoped_center_balanced_posterior_utility_prefix_router/v1/reports/diagnostic_summary.json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6006a443945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e1261b6f894e53" /><Relationship Type="http://schemas.openxmlformats.org/officeDocument/2006/relationships/slideLayout" Target="/ppt/slideLayouts/slideLayout1.xml" Id="Rc514ec52bcd44f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14ec52bcd44f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656cb74774ed8" /><Relationship Type="http://schemas.openxmlformats.org/officeDocument/2006/relationships/notesSlide" Target="/ppt/notesSlides/notesSlide1.xml" Id="R20aa74771b1848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2891e830f4a7d" /><Relationship Type="http://schemas.openxmlformats.org/officeDocument/2006/relationships/notesSlide" Target="/ppt/notesSlides/notesSlide2.xml" Id="R221f204c4c0248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0c8c17cd84e58" /><Relationship Type="http://schemas.openxmlformats.org/officeDocument/2006/relationships/chart" Target="/ppt/slides/charts/chart1.xml" Id="R62f2176d31bf4e72" /><Relationship Type="http://schemas.openxmlformats.org/officeDocument/2006/relationships/notesSlide" Target="/ppt/notesSlides/notesSlide3.xml" Id="R7e14e844772449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88516656b442f" /><Relationship Type="http://schemas.openxmlformats.org/officeDocument/2006/relationships/notesSlide" Target="/ppt/notesSlides/notesSlide4.xml" Id="Rc1ab8ff21dec4bf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Provisional delta vs P</c:v>
          </c:tx>
          <c:spPr>
            <a:solidFill xmlns:a="http://schemas.openxmlformats.org/drawingml/2006/main">
              <a:srgbClr val="C43D4B"/>
            </a:solidFill>
          </c:spPr>
          <c:invertIfNegative val="0"/>
          <c:cat>
            <c:strLit>
              <c:ptCount val="4"/>
              <c:pt idx="0">
                <c:v>Unified prefix</c:v>
              </c:pt>
              <c:pt idx="1">
                <c:v>Candidate-only</c:v>
              </c:pt>
              <c:pt idx="2">
                <c:v>Observed-max</c:v>
              </c:pt>
              <c:pt idx="3">
                <c:v>Cyclic control</c:v>
              </c:pt>
            </c:strLit>
          </c:cat>
          <c:val>
            <c:numLit>
              <c:formatCode>0.0000</c:formatCode>
              <c:ptCount val="4"/>
              <c:pt idx="0">
                <c:v>0.001111</c:v>
              </c:pt>
              <c:pt idx="1">
                <c:v>0.001367</c:v>
              </c:pt>
              <c:pt idx="2">
                <c:v>-0.000788</c:v>
              </c:pt>
              <c:pt idx="3">
                <c:v>-0.001298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002"/>
          <c:min val="-0.00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Mean center BACC delta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00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A8A213B-3A2E-43E2-9822-BA1089EE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STAGE 90 — FAILED VALIDATION BUNDLE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2EB18A4-9AC8-411C-9214-34EC916B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579F802-3415-4075-A424-DF66D0AA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CBPUPR produced provisional activity but failed lineage reconstruction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42E5316-61A8-4639-BAB7-CECA1833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Why validation status must dominate attractive numeric deltas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C0221EEE-F4E1-4BE9-910E-E056A9C1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2A184295-8F34-4DC3-9AAF-647F72CC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FAILED • ProtocolError • no scientific result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CF1749E-14B0-4110-B532-19C86F6E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CBPUPR v1 failed run_state and provisional diagnostic tables</a:t>
            </a:r>
          </a:p>
        </p:txBody>
      </p:sp>
    </p:spTree>
    <p:extLst>
      <p:ext uri="{BB962C8B-B14F-4D97-AF65-F5344CB8AC3E}">
        <p14:creationId xmlns:p14="http://schemas.microsoft.com/office/powerpoint/2010/main" val="739985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7BF123A-674B-4142-8EC8-B42E0BB8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run scored before final validation stopped it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90AEE43-EC0F-4A05-996B-26AEA69D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8CC4DEBB-00FF-418A-A1DE-C321BF5A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D0642494-6202-4654-A10E-B10F09EA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582F0971-2A49-42F6-A051-CAB02A4C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a center-balanced prefix of case actions improve P while preserving reconstructible model lineage?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4824F1D4-6E70-48FF-B909-16787C12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Initial preflight failure was repaired; final content/fresh-process validation failed.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4C631893-61BE-42B7-8A2D-F86728C7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BDCD68CA-F5B5-44B7-A9A4-1A8A82FF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98506E27-3E77-4F8E-8033-808DEFD8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 preflight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D9ABE559-51EA-4EA4-8AF0-00E4ABA4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repaired run completes 27 source streams and 81 prediction tasks.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664CFA7C-B3BF-474C-9901-C790FC9C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160E0D97-B0C0-4AEC-AF0D-998CB260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95F386D8-4E03-4E79-8327-7DB7C5C2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candidate prefix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59E91E17-3189-400D-A4D4-BDA8A7D9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Crossing, positive-BACC, and proper-safety filters produce active cases.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FC9F9DE1-E6C7-4767-90F7-740F4E74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B2993595-1C84-4A48-A7F6-236C2AD1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DD656C9F-0706-4D71-B6AA-E754899F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Persist terminal tables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77964AA1-2F74-4B51-B205-C5EBA681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Provisional method metrics and a selection-aware diagnostic are written.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3A82CFFF-CB05-4067-842D-BB46DE59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30041E6C-551B-4E53-9E4D-8280D3D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DC3C16FF-4F66-4F34-92E9-FCFCD3DD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Reconstruct independently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3C9D6886-BF02-49F2-95CA-D6D96579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Persisted posterior prediction/model lineage drifts; run state becomes FAILED.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FA54E00-7846-45D5-89D2-5F88BB6E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CBPUPR v1 failed run_state and provisional diagnostic tables</a:t>
            </a:r>
          </a:p>
        </p:txBody>
      </p:sp>
    </p:spTree>
    <p:extLst>
      <p:ext uri="{BB962C8B-B14F-4D97-AF65-F5344CB8AC3E}">
        <p14:creationId xmlns:p14="http://schemas.microsoft.com/office/powerpoint/2010/main" val="1808031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89931D8-7EE2-4EDA-9524-B78BE05F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Provisional deltas are invalid because validation failed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5513526A-93CE-4EB2-967B-ADB5D228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88E53EA8-B110-4BF9-BEC5-D251AC2F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f2176d31bf4e72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85459AA1-D131-441F-AA55-58C07113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Debugging context only — not a valid experiment result.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7B9B7C0-6C89-4345-A147-04878C37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4C8B682B-350C-4F7D-B788-757E278F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513A2B20-9A8E-41BB-A650-5EA6468E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Provisional unified-prefix routed cases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5E677F5D-4A2A-4C83-91D6-0EB31F55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7371640A-C84C-4E2C-ACF3-22657ED9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0.121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092B51E6-A966-43A9-963F-44B2084F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Descriptive max-menu randomization fraction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876DCEE7-54FC-4CBB-A7B2-67A2014A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5F45A7C3-235D-4304-B4BC-D4CBCF35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FAILED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5D8E7B54-EA58-4D5B-BF1A-85D19B96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Posterior prediction/model lineage validation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304336F-4D11-443A-A9EA-2C8D1CA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CBPUPR v1 failed run_state and provisional diagnostic tables</a:t>
            </a:r>
          </a:p>
        </p:txBody>
      </p:sp>
    </p:spTree>
    <p:extLst>
      <p:ext uri="{BB962C8B-B14F-4D97-AF65-F5344CB8AC3E}">
        <p14:creationId xmlns:p14="http://schemas.microsoft.com/office/powerpoint/2010/main" val="88241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9356C9C-64F6-4E9E-B3C6-363F9FEE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scientific result is the validation failure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F33F92BE-1160-41C7-88AB-DC99A073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8F797241-CAE6-4BB5-8024-EADC90AA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FC7F80D2-5783-45B5-9FF4-7E386C49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6014FD9A-DE45-4F86-B9E1-80D370D9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method can become active, but its persisted posterior lineage is not reconstructible. Numeric outputs cannot be trusted or promoted.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5524A3CF-6D23-43FE-842D-DE13AEC0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Methodological and validation progress only; no objective-level performance evidence.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544A23D7-84E6-4412-B7C3-CAAF38DB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01BE5AB5-EF4B-4655-8FC0-E41EF74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1A59CC94-8042-4249-B663-AB4B3CB6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 not cite provisional gains as routing evidence or consume any table, prediction, scratch, checkpoint, route, or hash in another experiment.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CE1F04B2-2F2C-484B-964C-F9291F99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804491DB-1169-4B47-974A-46FD3974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0272FC65-A35C-4DE0-AF48-60DECA2F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Fix lineage under focused tests, prepare a new output identity, and rerun from the six allowed original inputs.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D57C1F8-242D-4A66-B3F9-BB9F44CA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CBPUPR v1 failed run_state and provisional diagnostic tables</a:t>
            </a:r>
          </a:p>
        </p:txBody>
      </p:sp>
    </p:spTree>
    <p:extLst>
      <p:ext uri="{BB962C8B-B14F-4D97-AF65-F5344CB8AC3E}">
        <p14:creationId xmlns:p14="http://schemas.microsoft.com/office/powerpoint/2010/main" val="147402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2026-08-22T16:04:58.1920000Z</dcterms:created>
  <dcterms:modified xsi:type="dcterms:W3CDTF">2026-08-22T16:04:58.1920000Z</dcterms:modified>
</coreProperties>
</file>