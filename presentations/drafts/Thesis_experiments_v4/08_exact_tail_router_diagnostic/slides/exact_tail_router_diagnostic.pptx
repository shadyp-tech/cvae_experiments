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e14448e7e4734" /><Relationship Type="http://schemas.openxmlformats.org/officeDocument/2006/relationships/extended-properties" Target="/docProps/app.xml" Id="R9824f9a3f2864a8e" /><Relationship Type="http://schemas.openxmlformats.org/officeDocument/2006/relationships/officeDocument" Target="/ppt/presentation.xml" Id="Rd881f9b4938f47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9ad8797fe14a02"/>
  </p:sldMasterIdLst>
  <p:notesMasterIdLst>
    <p:notesMasterId xmlns:r="http://schemas.openxmlformats.org/officeDocument/2006/relationships" r:id="R1ac3b07fc88941a8"/>
  </p:notesMasterIdLst>
  <p:sldIdLst>
    <p:sldId xmlns:r="http://schemas.openxmlformats.org/officeDocument/2006/relationships" id="256" r:id="R640e4e33421042d9"/>
    <p:sldId xmlns:r="http://schemas.openxmlformats.org/officeDocument/2006/relationships" id="257" r:id="R844a1b29b1fa48e7"/>
    <p:sldId xmlns:r="http://schemas.openxmlformats.org/officeDocument/2006/relationships" id="258" r:id="R8cbfd513a4ae4bac"/>
    <p:sldId xmlns:r="http://schemas.openxmlformats.org/officeDocument/2006/relationships" id="259" r:id="R10d7f8787a5641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ea1db3e4af460d" /><Relationship Type="http://schemas.openxmlformats.org/officeDocument/2006/relationships/slideMaster" Target="/ppt/slideMasters/slideMaster1.xml" Id="R3e9ad8797fe14a02" /><Relationship Type="http://schemas.openxmlformats.org/officeDocument/2006/relationships/notesMaster" Target="/ppt/notesMasters/notesMaster1.xml" Id="R1ac3b07fc88941a8" /><Relationship Type="http://schemas.openxmlformats.org/officeDocument/2006/relationships/presProps" Target="/ppt/presProps.xml" Id="R6aa9a2a3402642ac" /><Relationship Type="http://schemas.openxmlformats.org/officeDocument/2006/relationships/tableStyles" Target="/ppt/tableStyles.xml" Id="R1061e8441b66447b" /><Relationship Type="http://schemas.openxmlformats.org/officeDocument/2006/relationships/slide" Target="/ppt/slides/slide1.xml" Id="R640e4e33421042d9" /><Relationship Type="http://schemas.openxmlformats.org/officeDocument/2006/relationships/slide" Target="/ppt/slides/slide2.xml" Id="R844a1b29b1fa48e7" /><Relationship Type="http://schemas.openxmlformats.org/officeDocument/2006/relationships/slide" Target="/ppt/slides/slide3.xml" Id="R8cbfd513a4ae4bac" /><Relationship Type="http://schemas.openxmlformats.org/officeDocument/2006/relationships/slide" Target="/ppt/slides/slide4.xml" Id="R10d7f8787a5641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94542c5f640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842a7cf6f4ceb" /><Relationship Type="http://schemas.openxmlformats.org/officeDocument/2006/relationships/notesMaster" Target="/ppt/notesMasters/notesMaster1.xml" Id="R1e1ec2d5b3b2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f1bf7784d544a1" /><Relationship Type="http://schemas.openxmlformats.org/officeDocument/2006/relationships/notesMaster" Target="/ppt/notesMasters/notesMaster1.xml" Id="Rbfac874cfcf04f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575b35f05b479a" /><Relationship Type="http://schemas.openxmlformats.org/officeDocument/2006/relationships/notesMaster" Target="/ppt/notesMasters/notesMaster1.xml" Id="R6e16e6ba116746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736c960da4cf6" /><Relationship Type="http://schemas.openxmlformats.org/officeDocument/2006/relationships/notesMaster" Target="/ppt/notesMasters/notesMaster1.xml" Id="R5c9c118b2a7747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/home/stud/spark/cvae_experiments/artifacts/midogpp/90_oracles_and_diagnostics/uniform_b_v2_consumed_validation_utility_aligned_exact_tail_router/v1/reports/scoring_summary.json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/home/stud/spark/cvae_experiments/artifacts/midogpp/90_oracles_and_diagnostics/uniform_b_v2_consumed_validation_utility_aligned_exact_tail_router/v1/tables/oracle_hxe_diagnostics.csv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/home/stud/spark/cvae_experiments/artifacts/midogpp/90_oracles_and_diagnostics/uniform_b_v2_consumed_validation_utility_aligned_exact_tail_router/v1/reports/scoring_summary.json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/home/stud/spark/cvae_experiments/artifacts/midogpp/90_oracles_and_diagnostics/uniform_b_v2_consumed_validation_utility_aligned_exact_tail_router/v1/tables/oracle_hxe_diagnostics.csv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/home/stud/spark/cvae_experiments/artifacts/midogpp/90_oracles_and_diagnostics/uniform_b_v2_consumed_validation_utility_aligned_exact_tail_router/v1/reports/scoring_summary.json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/home/stud/spark/cvae_experiments/artifacts/midogpp/90_oracles_and_diagnostics/uniform_b_v2_consumed_validation_utility_aligned_exact_tail_router/v1/tables/oracle_hxe_diagnostics.csv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/home/stud/spark/cvae_experiments/artifacts/midogpp/90_oracles_and_diagnostics/uniform_b_v2_consumed_validation_utility_aligned_exact_tail_router/v1/reports/scoring_summary.json</a:t>
            </a:r>
          </a:p>
          <a:p xmlns:a="http://schemas.openxmlformats.org/drawingml/2006/main">
            <a:r>
              <a:t>- /home/stud/spark/cvae_experiments/artifacts/midogpp/90_oracles_and_diagnostics/uniform_b_v2_consumed_validation_utility_aligned_exact_tail_router/v1/tables/oracle_hxe_diagnostics.csv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78d3a726747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58e9e990ea4d8a" /><Relationship Type="http://schemas.openxmlformats.org/officeDocument/2006/relationships/slideLayout" Target="/ppt/slideLayouts/slideLayout1.xml" Id="Rb2ba3a862d214d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a3a862d214d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cdcb6001f49ef" /><Relationship Type="http://schemas.openxmlformats.org/officeDocument/2006/relationships/notesSlide" Target="/ppt/notesSlides/notesSlide1.xml" Id="Rc2ac1bf142394e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5a384334b43ea" /><Relationship Type="http://schemas.openxmlformats.org/officeDocument/2006/relationships/notesSlide" Target="/ppt/notesSlides/notesSlide2.xml" Id="Re611b082c82445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f5359b2df437d" /><Relationship Type="http://schemas.openxmlformats.org/officeDocument/2006/relationships/chart" Target="/ppt/slides/charts/chart1.xml" Id="R4dd9c10c9e1f40c7" /><Relationship Type="http://schemas.openxmlformats.org/officeDocument/2006/relationships/notesSlide" Target="/ppt/notesSlides/notesSlide3.xml" Id="R6e64e7a60c70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a6c9c0f3d4a1c" /><Relationship Type="http://schemas.openxmlformats.org/officeDocument/2006/relationships/notesSlide" Target="/ppt/notesSlides/notesSlide4.xml" Id="R5f9e2ca823fc477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BACC</c:v>
          </c:tx>
          <c:spPr>
            <a:solidFill xmlns:a="http://schemas.openxmlformats.org/drawingml/2006/main">
              <a:srgbClr val="D68A00"/>
            </a:solidFill>
          </c:spPr>
          <c:cat>
            <c:strLit>
              <c:ptCount val="3"/>
              <c:pt idx="0">
                <c:v>Dense B</c:v>
              </c:pt>
              <c:pt idx="1">
                <c:v>R2 router</c:v>
              </c:pt>
              <c:pt idx="2">
                <c:v>Oracle</c:v>
              </c:pt>
            </c:strLit>
          </c:cat>
          <c:val>
            <c:numLit>
              <c:formatCode>0.000</c:formatCode>
              <c:ptCount val="3"/>
              <c:pt idx="0">
                <c:v>0.770276</c:v>
              </c:pt>
              <c:pt idx="1">
                <c:v>0.762182</c:v>
              </c:pt>
              <c:pt idx="2">
                <c:v>0.791928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1"/>
          <c:min val="0.7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Balanced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7CE2C66-8B30-4955-8D60-9094778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STAGE 90 — EXACT-TAIL DIAGNOSTIC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AD6877B-C6EE-4784-AFB0-CF2AA151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B8D4C3-DA15-4CF2-BAEA-99D72B0F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Oracle headroom exists, but the proxy does not rank actions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2F244C-A9D6-4E9A-BE7E-270875E5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 terminal consumed-validation test of utility-aligned routing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07ACA7A2-8946-4B74-8F71-CD199C53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45A7375D-2EC6-4AED-98BD-94C9B1E1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Complete and validated • consumed_data_diagnostic_only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EF99762-4D5D-4C3B-82AA-074134E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consumed-validation exact-tail router v1</a:t>
            </a:r>
          </a:p>
        </p:txBody>
      </p:sp>
    </p:spTree>
    <p:extLst>
      <p:ext uri="{BB962C8B-B14F-4D97-AF65-F5344CB8AC3E}">
        <p14:creationId xmlns:p14="http://schemas.microsoft.com/office/powerpoint/2010/main" val="8078291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C3B71EF-93B0-4749-807B-544FFA9E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diagnostic separates actionability from identification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2B199033-1C31-4D99-B15E-E4179EF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3503AE45-B58C-4F69-8783-6645FC36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051EEBDF-F7B9-47B1-B08D-32D35CF7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2FF65231-CF99-4D4F-BB7C-B2591313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exact-tail support features identify the source action that improves the dense base?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9BA58028-83E8-4E09-9AD3-C5F2859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Strict H/q/e exclusions; two fixed support cases; target center is the inference unit.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8A30AAF5-3792-476C-A820-0896936A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F4D5D0EB-88F0-4A97-A82B-893AA8DC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172D367E-76D8-4EC0-8687-512C95B3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exact responses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5FBF6387-8CFD-4E24-9321-369C7B0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Development utility matches the deployed source-tail action.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126A55E4-43AD-4C47-82E1-48BD793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FDCA3EE4-828E-4E0E-8318-0BA8D49D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78388520-C992-47F7-B2F2-8155DF54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Exclude all roles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232DD1CD-063C-4236-865E-623983A9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Held target, query, and candidate source are removed from each fit.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5C72F8C2-8280-410B-9E00-810AAE8E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9FB3F4AD-C8E3-418F-B198-CFD33DA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677958C9-95BE-4347-A73A-04C4F4B4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Seal target actions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29A17770-1EAC-4B65-969D-FE7B76E9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B, R2, controls, and all H×e actions persist before scoring.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CB725496-E3AB-4CCA-AF2C-991099B3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F24F52AE-8632-4EFB-9E7B-6D88DA7E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2A258A35-028F-4FC5-B26C-AD7BC3FF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with oracle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3D8DDB39-69B7-4A83-801E-02E37D23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terminal oracle measures headroom, never a deployable choice.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6D35B8-2491-4733-A8D8-03DA436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consumed-validation exact-tail router v1</a:t>
            </a:r>
          </a:p>
        </p:txBody>
      </p:sp>
    </p:spTree>
    <p:extLst>
      <p:ext uri="{BB962C8B-B14F-4D97-AF65-F5344CB8AC3E}">
        <p14:creationId xmlns:p14="http://schemas.microsoft.com/office/powerpoint/2010/main" val="469254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0DF33E92-DDE3-4710-9DBD-0D2DE589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R2 misses a +0.0217 oracle opportunity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A2079552-56AD-4DAA-8FB2-D54E0FB4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F5C958E9-9F3B-48D4-BAE7-B66AB636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d9c10c9e1f40c7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38FE9634-8552-479B-8E96-FA0A8175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Terminal consumed-validation comparison.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1E1CAC-3380-4CE0-B05D-3C05CC3A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D8E7BAB7-E32B-4626-B06F-499368DC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1 / 9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E3492F37-A080-4E77-A6E2-0BF7D3E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Exact best-source identification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9B8FCBC8-3AD8-4F88-9819-86EC808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16F16FDC-788C-44BC-AA9F-85601747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ρ ≈ 0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04C16677-3A78-40E4-AE7A-83602075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Mean predicted-gain utility ranking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B9636DFD-4FC5-4365-84B5-4537A133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BBB8859B-E890-4DFB-8C42-9933A59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0.513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C709C244-DB89-47C9-9B67-FC9962D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Mean normalized oracle gap left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CCECA512-6385-4DF0-A04A-15D9087E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consumed-validation exact-tail router v1</a:t>
            </a:r>
          </a:p>
        </p:txBody>
      </p:sp>
    </p:spTree>
    <p:extLst>
      <p:ext uri="{BB962C8B-B14F-4D97-AF65-F5344CB8AC3E}">
        <p14:creationId xmlns:p14="http://schemas.microsoft.com/office/powerpoint/2010/main" val="1208705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A27242D-EF1E-490E-91BB-3B30367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Utility identification—not headroom—is the bottleneck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4908B334-762E-4118-9958-64DB0BBC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F9EC0911-DD51-4F38-BDAD-EFA9C3D4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DB0061DF-E971-4148-A552-5D1FFFFB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3AF95F20-A0D8-42C3-AB70-F2CB5800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Some source actions are better, but two-case support and the current proxy do not identify them consistently across centers.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7447AAC1-6DB4-4E61-A289-AFD0C564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Mechanism diagnosis for objectives 3 and 5.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0D6CD52C-0119-41D7-A7DB-38971BF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ACA5057B-F01F-4965-9B89-3BA0AE05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FF0B63C9-73EC-40F2-9AC0-FCC54FD4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oracle is unattainable terminal information. R2 is permanently insufficient for policy and cannot feed Stage 60/70.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5FFC4576-8F25-420F-8DEC-DC55555C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2751F54B-E715-40D6-907E-8EE16F96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68A00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65F99E08-5579-4674-9652-075FCDCE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 one ranking mechanism on a genuinely fresh support/evaluation reservation.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2BF7ECA-0054-4423-8DC3-ED61D4EF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consumed-validation exact-tail router v1</a:t>
            </a:r>
          </a:p>
        </p:txBody>
      </p:sp>
    </p:spTree>
    <p:extLst>
      <p:ext uri="{BB962C8B-B14F-4D97-AF65-F5344CB8AC3E}">
        <p14:creationId xmlns:p14="http://schemas.microsoft.com/office/powerpoint/2010/main" val="2098241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2026-08-22T16:04:56.0460000Z</dcterms:created>
  <dcterms:modified xsi:type="dcterms:W3CDTF">2026-08-22T16:04:56.0460000Z</dcterms:modified>
</coreProperties>
</file>