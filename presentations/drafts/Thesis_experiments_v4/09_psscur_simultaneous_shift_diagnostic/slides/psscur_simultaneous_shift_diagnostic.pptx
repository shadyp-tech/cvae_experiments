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a210a9ce614291" /><Relationship Type="http://schemas.openxmlformats.org/officeDocument/2006/relationships/extended-properties" Target="/docProps/app.xml" Id="Ra6c4188cf14c44d7" /><Relationship Type="http://schemas.openxmlformats.org/officeDocument/2006/relationships/officeDocument" Target="/ppt/presentation.xml" Id="R19f267f4a8c249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a4f3d2c8ca412c"/>
  </p:sldMasterIdLst>
  <p:notesMasterIdLst>
    <p:notesMasterId xmlns:r="http://schemas.openxmlformats.org/officeDocument/2006/relationships" r:id="Rf1d9c70484a34d9e"/>
  </p:notesMasterIdLst>
  <p:sldIdLst>
    <p:sldId xmlns:r="http://schemas.openxmlformats.org/officeDocument/2006/relationships" id="256" r:id="R8fb2c0ba19ad4f36"/>
    <p:sldId xmlns:r="http://schemas.openxmlformats.org/officeDocument/2006/relationships" id="257" r:id="R221c10d0ffab4024"/>
    <p:sldId xmlns:r="http://schemas.openxmlformats.org/officeDocument/2006/relationships" id="258" r:id="R0ea18b58470a40e9"/>
    <p:sldId xmlns:r="http://schemas.openxmlformats.org/officeDocument/2006/relationships" id="259" r:id="Rba50f184f87f4b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27bff35394a5d" /><Relationship Type="http://schemas.openxmlformats.org/officeDocument/2006/relationships/slideMaster" Target="/ppt/slideMasters/slideMaster1.xml" Id="R92a4f3d2c8ca412c" /><Relationship Type="http://schemas.openxmlformats.org/officeDocument/2006/relationships/notesMaster" Target="/ppt/notesMasters/notesMaster1.xml" Id="Rf1d9c70484a34d9e" /><Relationship Type="http://schemas.openxmlformats.org/officeDocument/2006/relationships/presProps" Target="/ppt/presProps.xml" Id="R1f44190ca8544b52" /><Relationship Type="http://schemas.openxmlformats.org/officeDocument/2006/relationships/tableStyles" Target="/ppt/tableStyles.xml" Id="R6b3fe0e6fe614656" /><Relationship Type="http://schemas.openxmlformats.org/officeDocument/2006/relationships/slide" Target="/ppt/slides/slide1.xml" Id="R8fb2c0ba19ad4f36" /><Relationship Type="http://schemas.openxmlformats.org/officeDocument/2006/relationships/slide" Target="/ppt/slides/slide2.xml" Id="R221c10d0ffab4024" /><Relationship Type="http://schemas.openxmlformats.org/officeDocument/2006/relationships/slide" Target="/ppt/slides/slide3.xml" Id="R0ea18b58470a40e9" /><Relationship Type="http://schemas.openxmlformats.org/officeDocument/2006/relationships/slide" Target="/ppt/slides/slide4.xml" Id="Rba50f184f87f4b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e735a090b47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3635ad301c4ea6" /><Relationship Type="http://schemas.openxmlformats.org/officeDocument/2006/relationships/notesMaster" Target="/ppt/notesMasters/notesMaster1.xml" Id="R9f7ca57e6f6c44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0041a80d94161" /><Relationship Type="http://schemas.openxmlformats.org/officeDocument/2006/relationships/notesMaster" Target="/ppt/notesMasters/notesMaster1.xml" Id="R7ec310057d8141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381bc0ec24262" /><Relationship Type="http://schemas.openxmlformats.org/officeDocument/2006/relationships/notesMaster" Target="/ppt/notesMasters/notesMaster1.xml" Id="R07252ab6d396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58e5d24fce4351" /><Relationship Type="http://schemas.openxmlformats.org/officeDocument/2006/relationships/notesMaster" Target="/ppt/notesMasters/notesMaster1.xml" Id="R348550afede9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/home/stud/spark/cvae_experiments/artifacts/midogpp/90_oracles_and_diagnostics/uniform_b_v2_consumed_test_fixed_bank_p_anchored_simultaneous_shift_calibrated_utility_router/v1/tables/information_gate.json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/home/stud/spark/cvae_experiments/artifacts/midogpp/90_oracles_and_diagnostics/uniform_b_v2_consumed_test_fixed_bank_p_anchored_simultaneous_shift_calibrated_utility_router/v1/tables/information_gate.json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/home/stud/spark/cvae_experiments/artifacts/midogpp/90_oracles_and_diagnostics/uniform_b_v2_consumed_test_fixed_bank_p_anchored_simultaneous_shift_calibrated_utility_router/v1/tables/information_gate.json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/home/stud/spark/cvae_experiments/artifacts/midogpp/90_oracles_and_diagnostics/uniform_b_v2_consumed_test_fixed_bank_p_anchored_simultaneous_shift_calibrated_utility_router/v1/tables/information_gate.json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a53266ef9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081434a938492a" /><Relationship Type="http://schemas.openxmlformats.org/officeDocument/2006/relationships/slideLayout" Target="/ppt/slideLayouts/slideLayout1.xml" Id="R180461c8309140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461c8309140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fd5e6d7864f52" /><Relationship Type="http://schemas.openxmlformats.org/officeDocument/2006/relationships/notesSlide" Target="/ppt/notesSlides/notesSlide1.xml" Id="Rbba797e5405b42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2dec891514363" /><Relationship Type="http://schemas.openxmlformats.org/officeDocument/2006/relationships/notesSlide" Target="/ppt/notesSlides/notesSlide2.xml" Id="Rce340ae6750849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10abe4ba5403a" /><Relationship Type="http://schemas.openxmlformats.org/officeDocument/2006/relationships/chart" Target="/ppt/slides/charts/chart1.xml" Id="R44385b0f53a748cc" /><Relationship Type="http://schemas.openxmlformats.org/officeDocument/2006/relationships/notesSlide" Target="/ppt/notesSlides/notesSlide3.xml" Id="Rebab8e80e7a8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984b004247c0" /><Relationship Type="http://schemas.openxmlformats.org/officeDocument/2006/relationships/notesSlide" Target="/ppt/notesSlides/notesSlide4.xml" Id="R83bb622788e84ee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Delta vs P</c:v>
          </c:tx>
          <c:spPr>
            <a:solidFill xmlns:a="http://schemas.openxmlformats.org/drawingml/2006/main">
              <a:srgbClr val="D68A00"/>
            </a:solidFill>
          </c:spPr>
          <c:invertIfNegative val="0"/>
          <c:cat>
            <c:strLit>
              <c:ptCount val="5"/>
              <c:pt idx="0">
                <c:v>B</c:v>
              </c:pt>
              <c:pt idx="1">
                <c:v>I gated</c:v>
              </c:pt>
              <c:pt idx="2">
                <c:v>R robust</c:v>
              </c:pt>
              <c:pt idx="3">
                <c:v>P</c:v>
              </c:pt>
              <c:pt idx="4">
                <c:v>PSSCUR</c:v>
              </c:pt>
            </c:strLit>
          </c:cat>
          <c:val>
            <c:numLit>
              <c:formatCode>0.0000</c:formatCode>
              <c:ptCount val="5"/>
              <c:pt idx="0">
                <c:v>-0.006421</c:v>
              </c:pt>
              <c:pt idx="1">
                <c:v>-0.003156</c:v>
              </c:pt>
              <c:pt idx="2">
                <c:v>-0.001831</c:v>
              </c:pt>
              <c:pt idx="3">
                <c:v>0</c:v>
              </c:pt>
              <c:pt idx="4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2"/>
          <c:min val="-0.00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Mean center BACC delta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E49BCA8-E291-4F9A-89B0-2CE1E91C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STAGE 90 — PSSCUR DIAGNOSTIC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B6FEC36-C5E3-428F-90D9-790B2E8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726B32-08AD-4C68-9977-CC73FA22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calibrated utility envelope authorizes zero routes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86684C4-D0C6-4A4E-8919-C3133F1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Posterior signal exists, but realized action ranking fails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5F688337-9342-4336-A227-68AB1AC8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EB41777-BBF2-42AA-8796-B8248DC5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Information gate FAIL • terminal diagnostic only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4B80DD1-9E4C-40C3-9610-BF2336E4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PSSCUR consumed-test diagnostic</a:t>
            </a:r>
          </a:p>
        </p:txBody>
      </p:sp>
    </p:spTree>
    <p:extLst>
      <p:ext uri="{BB962C8B-B14F-4D97-AF65-F5344CB8AC3E}">
        <p14:creationId xmlns:p14="http://schemas.microsoft.com/office/powerpoint/2010/main" val="677538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8CACCD7-288D-4CE4-8A82-8E4225B3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protected fallback separates prediction from authorization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A6FCFB3-738D-44A1-9C13-4E97ECF6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E4D67CEF-FE7A-4FCD-BEE6-E4771AA9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DA313C06-AA22-4611-9264-22EBF727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B81F3B3B-A8FD-4B34-83BB-941C68B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simultaneous shift calibration make target-local posterior utility safe enough to route?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9CE46008-3577-4505-BECD-774F4A4A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Consumed test; primary policy falls back exactly to protected P.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926A830E-5FFD-443D-A8E5-721541A9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04831762-9DB3-4E26-B51A-C5AE0240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0D7B22DA-8874-4253-95BA-4B60FB8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Recompute fixed-bank surface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421FA17D-5639-45ED-87AE-7D9EE6CF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No predecessor semantic artifact is consumed.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805B899F-8206-489F-B3A4-31EC90A7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395F37D6-A2EC-4F36-868F-B25627EF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6E8B1A9-FD45-4D68-9956-1C923273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 posterior utility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C26ADDB7-FFA5-4C17-8EC7-4F6FE25A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Target-local models estimate signed action outcomes.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EEB7E2E6-4552-48A8-89FD-3D62677B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2FF6BE78-55D2-449B-9AF5-7333F397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B2F647A-218C-40C3-86E6-ABA924A4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Calibrate envelope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03086C13-919E-4CB2-A61C-57AC117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Crossing and proper-loss conditions bound the proposed action.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714C7726-121E-47D6-A129-425E688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28FED3FE-ED74-4C82-B47F-1457B7C4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8E546E39-1F91-4BBD-B8B8-E6F65DA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information gate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9760C1D3-3F91-453D-85AF-A88F4ED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Signal, ranking, route support, precision, and gain must all pass.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8042BCB-2745-4D2E-AE88-F55F4F4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PSSCUR consumed-test diagnostic</a:t>
            </a:r>
          </a:p>
        </p:txBody>
      </p:sp>
    </p:spTree>
    <p:extLst>
      <p:ext uri="{BB962C8B-B14F-4D97-AF65-F5344CB8AC3E}">
        <p14:creationId xmlns:p14="http://schemas.microsoft.com/office/powerpoint/2010/main" val="578396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6236A60-9F0F-4ED8-A0E9-8C317B0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Flexible routers remain below protected P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45B62D36-AD2B-44A0-BBAC-5B0E2D2C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4E80AA0D-2B2C-47C6-9FC0-5C309669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385b0f53a748cc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08F2F2D3-B17F-4205-87A3-CE0E3861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Primary PSSCUR is an exact zero-route fallback to P.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B315434-FB91-408A-80F8-2A13F87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21FBDCE2-A309-4915-9B2F-7A9664E5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5634770D-3687-43FE-AEAC-B89B9AB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Primary routes and threshold switches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04BE1F33-2119-469B-AC3F-5FAC4809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7658D60-B5FB-4D16-B2A5-71C764BB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0.614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A60FB511-0A21-4450-8F55-78EAB9B5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Crossing-sample AUC despite gate failure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4694E96B-9FCD-4AA4-84C0-AFD041D9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D54CBCF3-8318-4594-9FA5-68099B6D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72780432-4B16-46DD-8782-38B207FE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Action rank, support, precision, and positive-gain gate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69EB4F1-AD86-4FFF-9602-EC6C69BD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PSSCUR consumed-test diagnostic</a:t>
            </a:r>
          </a:p>
        </p:txBody>
      </p:sp>
    </p:spTree>
    <p:extLst>
      <p:ext uri="{BB962C8B-B14F-4D97-AF65-F5344CB8AC3E}">
        <p14:creationId xmlns:p14="http://schemas.microsoft.com/office/powerpoint/2010/main" val="678927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08BAD02-6904-45C6-8445-AB6F7714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 detection does not imply utility ranking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BE581B70-9205-4E3D-A637-2EDB8C12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36A6F14D-D560-4400-B12D-03698491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C6563DCA-B77A-4347-B889-DC8030C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ED417A44-57AA-4ED1-B3B1-9E03EE68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envelope correctly refuses to act: the proxy carries some descriptor information but does not order realized action utility reliably.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A01589B1-ECEC-48B5-81B8-C8F55ED0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Explains why objective-3 routing remains unresolved.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8E6864D6-FD1A-48F1-9179-05FCE4B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33A6562A-6788-42BC-9FBF-2B86563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55D67EEE-CC40-4865-B1BF-80D1FBBB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PSSCUR=P is not equivalence or routing success. Same-test tuning of the envelope would violate the terminal claim boundary.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6824CA15-42D5-43DC-B559-EC85AD78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3D67209E-9F3F-49E7-A420-41B99FA2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90AB5F76-A96D-4B56-9827-7936999A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Improve utility transport upstream; do not relax the gate against consumed labels.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60B1E8B-C859-4F66-BAB9-E52E445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PSSCUR consumed-test diagnostic</a:t>
            </a:r>
          </a:p>
        </p:txBody>
      </p:sp>
    </p:spTree>
    <p:extLst>
      <p:ext uri="{BB962C8B-B14F-4D97-AF65-F5344CB8AC3E}">
        <p14:creationId xmlns:p14="http://schemas.microsoft.com/office/powerpoint/2010/main" val="1078014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2026-08-22T16:04:56.6800000Z</dcterms:created>
  <dcterms:modified xsi:type="dcterms:W3CDTF">2026-08-22T16:04:56.6800000Z</dcterms:modified>
</coreProperties>
</file>