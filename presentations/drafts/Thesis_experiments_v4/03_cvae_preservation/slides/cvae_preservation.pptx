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3cdfb24f17452b" /><Relationship Type="http://schemas.openxmlformats.org/officeDocument/2006/relationships/extended-properties" Target="/docProps/app.xml" Id="Rebece4c8c2444041" /><Relationship Type="http://schemas.openxmlformats.org/officeDocument/2006/relationships/officeDocument" Target="/ppt/presentation.xml" Id="Rdb4ffb42ab70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9b9ff6bc94088"/>
  </p:sldMasterIdLst>
  <p:notesMasterIdLst>
    <p:notesMasterId xmlns:r="http://schemas.openxmlformats.org/officeDocument/2006/relationships" r:id="R6d49fe7687884ce0"/>
  </p:notesMasterIdLst>
  <p:sldIdLst>
    <p:sldId xmlns:r="http://schemas.openxmlformats.org/officeDocument/2006/relationships" id="256" r:id="R0368824550844a48"/>
    <p:sldId xmlns:r="http://schemas.openxmlformats.org/officeDocument/2006/relationships" id="257" r:id="R34daf5e7b8eb403d"/>
    <p:sldId xmlns:r="http://schemas.openxmlformats.org/officeDocument/2006/relationships" id="258" r:id="Redcdfdff5686418c"/>
    <p:sldId xmlns:r="http://schemas.openxmlformats.org/officeDocument/2006/relationships" id="259" r:id="Rb59c91b7b46b48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24158ab2249b6" /><Relationship Type="http://schemas.openxmlformats.org/officeDocument/2006/relationships/slideMaster" Target="/ppt/slideMasters/slideMaster1.xml" Id="R6bd9b9ff6bc94088" /><Relationship Type="http://schemas.openxmlformats.org/officeDocument/2006/relationships/notesMaster" Target="/ppt/notesMasters/notesMaster1.xml" Id="R6d49fe7687884ce0" /><Relationship Type="http://schemas.openxmlformats.org/officeDocument/2006/relationships/presProps" Target="/ppt/presProps.xml" Id="Ra0862ea81bc34a64" /><Relationship Type="http://schemas.openxmlformats.org/officeDocument/2006/relationships/tableStyles" Target="/ppt/tableStyles.xml" Id="Rebecd8c53de14c87" /><Relationship Type="http://schemas.openxmlformats.org/officeDocument/2006/relationships/slide" Target="/ppt/slides/slide1.xml" Id="R0368824550844a48" /><Relationship Type="http://schemas.openxmlformats.org/officeDocument/2006/relationships/slide" Target="/ppt/slides/slide2.xml" Id="R34daf5e7b8eb403d" /><Relationship Type="http://schemas.openxmlformats.org/officeDocument/2006/relationships/slide" Target="/ppt/slides/slide3.xml" Id="Redcdfdff5686418c" /><Relationship Type="http://schemas.openxmlformats.org/officeDocument/2006/relationships/slide" Target="/ppt/slides/slide4.xml" Id="Rb59c91b7b46b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a4a8971f65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ef1a83d914b75" /><Relationship Type="http://schemas.openxmlformats.org/officeDocument/2006/relationships/notesMaster" Target="/ppt/notesMasters/notesMaster1.xml" Id="R4eb7b15eeb40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c69060b27044e9" /><Relationship Type="http://schemas.openxmlformats.org/officeDocument/2006/relationships/notesMaster" Target="/ppt/notesMasters/notesMaster1.xml" Id="R4c01fb45b850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5873e86d24700" /><Relationship Type="http://schemas.openxmlformats.org/officeDocument/2006/relationships/notesMaster" Target="/ppt/notesMasters/notesMaster1.xml" Id="R27d9e879ff60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14ceb084c245e0" /><Relationship Type="http://schemas.openxmlformats.org/officeDocument/2006/relationships/notesMaster" Target="/ppt/notesMasters/notesMaster1.xml" Id="R73ddd1c82dfe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docs/wiki/03-experiments/midogpp-cvae-tuned-classifier-preservation.md</a:t>
            </a:r>
          </a:p>
          <a:p xmlns:a="http://schemas.openxmlformats.org/drawingml/2006/main">
            <a:r>
              <a:t>- Feature-space CVAE: https://bmvc2024.org/proceedings/145/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docs/wiki/03-experiments/midogpp-cvae-tuned-classifier-preservation.md</a:t>
            </a:r>
          </a:p>
          <a:p xmlns:a="http://schemas.openxmlformats.org/drawingml/2006/main">
            <a:r>
              <a:t>- Feature-space CVAE: https://bmvc2024.org/proceedings/145/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docs/wiki/03-experiments/midogpp-cvae-tuned-classifier-preservation.md</a:t>
            </a:r>
          </a:p>
          <a:p xmlns:a="http://schemas.openxmlformats.org/drawingml/2006/main">
            <a:r>
              <a:t>- Feature-space CVAE: https://bmvc2024.org/proceedings/145/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docs/wiki/03-experiments/midogpp-cvae-tuned-classifier-preservation.md</a:t>
            </a:r>
          </a:p>
          <a:p xmlns:a="http://schemas.openxmlformats.org/drawingml/2006/main">
            <a:r>
              <a:t>- Feature-space CVAE: https://bmvc2024.org/proceedings/145/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0513aa05048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58e15c81544559" /><Relationship Type="http://schemas.openxmlformats.org/officeDocument/2006/relationships/slideLayout" Target="/ppt/slideLayouts/slideLayout1.xml" Id="R7c5935d9ab8d4a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935d9ab8d4a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7682a8e324c2c" /><Relationship Type="http://schemas.openxmlformats.org/officeDocument/2006/relationships/notesSlide" Target="/ppt/notesSlides/notesSlide1.xml" Id="R4d846cb180b947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35efddb434a19" /><Relationship Type="http://schemas.openxmlformats.org/officeDocument/2006/relationships/notesSlide" Target="/ppt/notesSlides/notesSlide2.xml" Id="R4caed649051844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886714f9f4819" /><Relationship Type="http://schemas.openxmlformats.org/officeDocument/2006/relationships/chart" Target="/ppt/slides/charts/chart1.xml" Id="R3b724e24c9b84d42" /><Relationship Type="http://schemas.openxmlformats.org/officeDocument/2006/relationships/notesSlide" Target="/ppt/notesSlides/notesSlide3.xml" Id="R3655b0843bb844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e4558d7cf4d68" /><Relationship Type="http://schemas.openxmlformats.org/officeDocument/2006/relationships/notesSlide" Target="/ppt/notesSlides/notesSlide4.xml" Id="R93b0aad43f43414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BACC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Full real</c:v>
              </c:pt>
              <c:pt idx="1">
                <c:v>Real PCA128</c:v>
              </c:pt>
              <c:pt idx="2">
                <c:v>Decode mean</c:v>
              </c:pt>
              <c:pt idx="3">
                <c:v>Posterior</c:v>
              </c:pt>
              <c:pt idx="4">
                <c:v>Prior</c:v>
              </c:pt>
            </c:strLit>
          </c:cat>
          <c:val>
            <c:numLit>
              <c:formatCode>0.000</c:formatCode>
              <c:ptCount val="5"/>
              <c:pt idx="0">
                <c:v>0.740312</c:v>
              </c:pt>
              <c:pt idx="1">
                <c:v>0.720533</c:v>
              </c:pt>
              <c:pt idx="2">
                <c:v>0.719681</c:v>
              </c:pt>
              <c:pt idx="3">
                <c:v>0.71663</c:v>
              </c:pt>
              <c:pt idx="4">
                <c:v>0.637563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Balanced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2ACD901-5362-441F-AF4B-7C07F5D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STAGE 20 — CVAE PRESERVATION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ECA1C1B-3DE6-4281-A978-A9E9412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4C3A703-3F5E-4DE4-9888-092E748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Posterior-informed decoding preserves utility; naive prior sampling does not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809179A-377A-4964-8C36-A797EAE7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dimension-matched test of where the generative chain loses task signal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255BA6F1-FE12-4E8E-96A1-630C030A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63F991CA-0B40-4309-9815-F0FF13EF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Thesis-facing • cvae_preservation_only • leakage and identity audits PASS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3AC32C9-50CF-4384-BE06-CFB43CEE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tuned_classifier_preservation_v1</a:t>
            </a:r>
          </a:p>
        </p:txBody>
      </p:sp>
    </p:spTree>
    <p:extLst>
      <p:ext uri="{BB962C8B-B14F-4D97-AF65-F5344CB8AC3E}">
        <p14:creationId xmlns:p14="http://schemas.microsoft.com/office/powerpoint/2010/main" val="1611878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A9FA68D-8F13-4969-8281-A4DCC81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experiment separates decoding from prior mismatch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F44CEA1-EDC1-4A69-8216-A2E0DF0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2A52AC1F-FF25-425E-8352-C9B741F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E03ED36-4C4F-41E3-8EA7-63212D8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CA3CD324-6594-4604-B49F-F97C019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much classifier-relevant structure survives decode means, posterior samples, and prior samples?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36C6DD7E-6B50-4986-9212-A3F2DD6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Classifier specifications imported from the validated real-feature reference.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3865836F-0828-49E3-B17A-DF09A2AC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20027834-4192-4DFC-A051-327FDC78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4FF9094-5489-4249-83C4-5D8EDA6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the comparator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CAFE7384-0E3B-4C55-8FBE-A9DD612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Use the Stage-10 classifier specifications without target re-selection.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2217907E-D4B3-4D68-9C4E-4B2F0C6F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612104F8-96D2-4957-9AE9-78FFE916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43B8CC5-A3CC-4036-9FBA-8AEB39DB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 dimensionality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252A08AD-FAF0-4726-B4C8-FE8F9778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Real PCA128 supplies the fair representation-level comparison.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ADEA61FC-2E2E-4619-B8E5-D8E9474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E0BF0376-475A-4415-A865-35C569E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560DE1B1-F650-4572-A6A1-E20B37FD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Probe posterior paths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F946E4CC-764C-4242-A0A2-F45BA56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Decode means and posterior samples use real-data latent information.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94BB4F55-F9D5-434F-AF56-23A48C38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D71E07D6-7655-42CE-8AA8-DB96BF6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0BFFB1B-7E98-49E3-BC66-DFB96C1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Probe deployable prior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787F68D8-DF85-419F-9F9F-F9900516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Standard-prior samples test generation without target observations.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B388719-D926-4D19-AD65-DEF6E82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tuned_classifier_preservation_v1</a:t>
            </a:r>
          </a:p>
        </p:txBody>
      </p:sp>
    </p:spTree>
    <p:extLst>
      <p:ext uri="{BB962C8B-B14F-4D97-AF65-F5344CB8AC3E}">
        <p14:creationId xmlns:p14="http://schemas.microsoft.com/office/powerpoint/2010/main" val="94194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5ADE307-38B2-4949-93FC-A77F9F07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large loss appears at prior sampling, not decoding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87C37624-A518-44D0-B4C3-99375BE0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D7A55241-BB49-4B7B-9A10-9835D96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724e24c9b84d42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1692F5A7-0505-4014-8E32-CF5DB0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Frozen-classifier downstream preservation surface.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689E391-7527-42CD-99A1-D4636EA2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1C0BC96D-C036-4891-A5D9-963E4EDC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0.919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69BC56D0-4321-40FC-9AA8-4706832C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Decode preservation ratio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3709FC46-7D50-41E3-B86C-CE922295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342FBE6D-6423-498F-966D-7547885F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0.911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F978B1AA-F52A-4D80-BD77-77F129FA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Posterior-sample preservation ratio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5F24B24B-8BDF-4DE7-9FFB-CDF4CDDF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EFB16CA3-29C0-4972-A401-10B31FC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0.572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BDD1E855-CECA-441C-90E4-904AB06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Prior-sample preservation ratio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56C556-9B59-4331-956F-01CE6EBE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tuned_classifier_preservation_v1</a:t>
            </a:r>
          </a:p>
        </p:txBody>
      </p:sp>
    </p:spTree>
    <p:extLst>
      <p:ext uri="{BB962C8B-B14F-4D97-AF65-F5344CB8AC3E}">
        <p14:creationId xmlns:p14="http://schemas.microsoft.com/office/powerpoint/2010/main" val="1120543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5EC9B71-6CAC-47B8-B906-06D08B77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 recovery is the justified mechanism target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DFA5FFFD-0FD2-4E59-8485-E4007A46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0B713F68-F27E-489C-84F9-80226DDC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6DF94955-3B3F-4365-9F63-4BF892F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D1E2E473-12AB-46E4-8A3E-507965C9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decoder retains most dimension-matched task geometry. The deployable standard prior is the dominant generative loss point.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5502BDFB-38F8-40F9-8070-B612D3CA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Objective 2 partially achieved: conditioned embedding generation is viable but the prior needs recovery.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27B32076-F4A5-456A-8B4E-25BEC4F9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EB5C1E52-37FC-4DFA-94AE-FE490491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EC310C27-C33D-4D74-BC90-DF86629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Preservation is not held-out synthetic-training utility, routing evidence, controllable generation, or a privacy guarantee.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6F186CA3-8B6E-4B43-8040-9989A59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6084B30B-E2DE-45F8-A1BE-B555F68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4C8EEF1C-EA45-44FA-BEF9-2DB99222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1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Replace P0 with a source-only aggregate-posterior prior and test it source-inner.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D27DC4-8A30-448B-B1DF-A2CBCFD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tuned_classifier_preservation_v1</a:t>
            </a:r>
          </a:p>
        </p:txBody>
      </p:sp>
    </p:spTree>
    <p:extLst>
      <p:ext uri="{BB962C8B-B14F-4D97-AF65-F5344CB8AC3E}">
        <p14:creationId xmlns:p14="http://schemas.microsoft.com/office/powerpoint/2010/main" val="417567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2026-08-22T16:04:52.4410000Z</dcterms:created>
  <dcterms:modified xsi:type="dcterms:W3CDTF">2026-08-22T16:04:52.4410000Z</dcterms:modified>
</coreProperties>
</file>